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9" r:id="rId4"/>
    <p:sldId id="261" r:id="rId5"/>
    <p:sldId id="266" r:id="rId6"/>
    <p:sldId id="263" r:id="rId7"/>
    <p:sldId id="267" r:id="rId8"/>
    <p:sldId id="269" r:id="rId9"/>
    <p:sldId id="264" r:id="rId10"/>
    <p:sldId id="265" r:id="rId11"/>
    <p:sldId id="268" r:id="rId12"/>
  </p:sldIdLst>
  <p:sldSz cx="11466513"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02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433314" y="1122363"/>
            <a:ext cx="8599885" cy="2387600"/>
          </a:xfrm>
        </p:spPr>
        <p:txBody>
          <a:bodyPr anchor="b"/>
          <a:lstStyle>
            <a:lvl1pPr algn="ctr">
              <a:defRPr sz="5643"/>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433314" y="3602038"/>
            <a:ext cx="8599885" cy="1655762"/>
          </a:xfrm>
        </p:spPr>
        <p:txBody>
          <a:bodyPr/>
          <a:lstStyle>
            <a:lvl1pPr marL="0" indent="0" algn="ctr">
              <a:buNone/>
              <a:defRPr sz="2257"/>
            </a:lvl1pPr>
            <a:lvl2pPr marL="429997" indent="0" algn="ctr">
              <a:buNone/>
              <a:defRPr sz="1881"/>
            </a:lvl2pPr>
            <a:lvl3pPr marL="859993" indent="0" algn="ctr">
              <a:buNone/>
              <a:defRPr sz="1693"/>
            </a:lvl3pPr>
            <a:lvl4pPr marL="1289990" indent="0" algn="ctr">
              <a:buNone/>
              <a:defRPr sz="1505"/>
            </a:lvl4pPr>
            <a:lvl5pPr marL="1719986" indent="0" algn="ctr">
              <a:buNone/>
              <a:defRPr sz="1505"/>
            </a:lvl5pPr>
            <a:lvl6pPr marL="2149983" indent="0" algn="ctr">
              <a:buNone/>
              <a:defRPr sz="1505"/>
            </a:lvl6pPr>
            <a:lvl7pPr marL="2579980" indent="0" algn="ctr">
              <a:buNone/>
              <a:defRPr sz="1505"/>
            </a:lvl7pPr>
            <a:lvl8pPr marL="3009976" indent="0" algn="ctr">
              <a:buNone/>
              <a:defRPr sz="1505"/>
            </a:lvl8pPr>
            <a:lvl9pPr marL="3439973" indent="0" algn="ctr">
              <a:buNone/>
              <a:defRPr sz="1505"/>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36CCD499-ABA9-4152-BE4C-9EA52FE70224}" type="datetimeFigureOut">
              <a:rPr lang="es-CO" smtClean="0"/>
              <a:t>30/10/2025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2B9826DD-4AE3-436B-966F-19A41F6DCB4A}" type="slidenum">
              <a:rPr lang="es-CO" smtClean="0"/>
              <a:t>‹Nº›</a:t>
            </a:fld>
            <a:endParaRPr lang="es-CO"/>
          </a:p>
        </p:txBody>
      </p:sp>
    </p:spTree>
    <p:extLst>
      <p:ext uri="{BB962C8B-B14F-4D97-AF65-F5344CB8AC3E}">
        <p14:creationId xmlns:p14="http://schemas.microsoft.com/office/powerpoint/2010/main" val="2964322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6CCD499-ABA9-4152-BE4C-9EA52FE70224}" type="datetimeFigureOut">
              <a:rPr lang="es-CO" smtClean="0"/>
              <a:t>30/10/2025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2B9826DD-4AE3-436B-966F-19A41F6DCB4A}" type="slidenum">
              <a:rPr lang="es-CO" smtClean="0"/>
              <a:t>‹Nº›</a:t>
            </a:fld>
            <a:endParaRPr lang="es-CO"/>
          </a:p>
        </p:txBody>
      </p:sp>
    </p:spTree>
    <p:extLst>
      <p:ext uri="{BB962C8B-B14F-4D97-AF65-F5344CB8AC3E}">
        <p14:creationId xmlns:p14="http://schemas.microsoft.com/office/powerpoint/2010/main" val="3481905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782351" y="1709739"/>
            <a:ext cx="9889867" cy="2852737"/>
          </a:xfrm>
        </p:spPr>
        <p:txBody>
          <a:bodyPr anchor="b"/>
          <a:lstStyle>
            <a:lvl1pPr>
              <a:defRPr sz="5643"/>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782351" y="4589464"/>
            <a:ext cx="9889867" cy="1500187"/>
          </a:xfrm>
        </p:spPr>
        <p:txBody>
          <a:bodyPr/>
          <a:lstStyle>
            <a:lvl1pPr marL="0" indent="0">
              <a:buNone/>
              <a:defRPr sz="2257">
                <a:solidFill>
                  <a:schemeClr val="tx1">
                    <a:tint val="75000"/>
                  </a:schemeClr>
                </a:solidFill>
              </a:defRPr>
            </a:lvl1pPr>
            <a:lvl2pPr marL="429997" indent="0">
              <a:buNone/>
              <a:defRPr sz="1881">
                <a:solidFill>
                  <a:schemeClr val="tx1">
                    <a:tint val="75000"/>
                  </a:schemeClr>
                </a:solidFill>
              </a:defRPr>
            </a:lvl2pPr>
            <a:lvl3pPr marL="859993" indent="0">
              <a:buNone/>
              <a:defRPr sz="1693">
                <a:solidFill>
                  <a:schemeClr val="tx1">
                    <a:tint val="75000"/>
                  </a:schemeClr>
                </a:solidFill>
              </a:defRPr>
            </a:lvl3pPr>
            <a:lvl4pPr marL="1289990" indent="0">
              <a:buNone/>
              <a:defRPr sz="1505">
                <a:solidFill>
                  <a:schemeClr val="tx1">
                    <a:tint val="75000"/>
                  </a:schemeClr>
                </a:solidFill>
              </a:defRPr>
            </a:lvl4pPr>
            <a:lvl5pPr marL="1719986" indent="0">
              <a:buNone/>
              <a:defRPr sz="1505">
                <a:solidFill>
                  <a:schemeClr val="tx1">
                    <a:tint val="75000"/>
                  </a:schemeClr>
                </a:solidFill>
              </a:defRPr>
            </a:lvl5pPr>
            <a:lvl6pPr marL="2149983" indent="0">
              <a:buNone/>
              <a:defRPr sz="1505">
                <a:solidFill>
                  <a:schemeClr val="tx1">
                    <a:tint val="75000"/>
                  </a:schemeClr>
                </a:solidFill>
              </a:defRPr>
            </a:lvl6pPr>
            <a:lvl7pPr marL="2579980" indent="0">
              <a:buNone/>
              <a:defRPr sz="1505">
                <a:solidFill>
                  <a:schemeClr val="tx1">
                    <a:tint val="75000"/>
                  </a:schemeClr>
                </a:solidFill>
              </a:defRPr>
            </a:lvl7pPr>
            <a:lvl8pPr marL="3009976" indent="0">
              <a:buNone/>
              <a:defRPr sz="1505">
                <a:solidFill>
                  <a:schemeClr val="tx1">
                    <a:tint val="75000"/>
                  </a:schemeClr>
                </a:solidFill>
              </a:defRPr>
            </a:lvl8pPr>
            <a:lvl9pPr marL="3439973" indent="0">
              <a:buNone/>
              <a:defRPr sz="1505">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6CCD499-ABA9-4152-BE4C-9EA52FE70224}" type="datetimeFigureOut">
              <a:rPr lang="es-CO" smtClean="0"/>
              <a:t>30/10/2025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2B9826DD-4AE3-436B-966F-19A41F6DCB4A}" type="slidenum">
              <a:rPr lang="es-CO" smtClean="0"/>
              <a:t>‹Nº›</a:t>
            </a:fld>
            <a:endParaRPr lang="es-CO"/>
          </a:p>
        </p:txBody>
      </p:sp>
    </p:spTree>
    <p:extLst>
      <p:ext uri="{BB962C8B-B14F-4D97-AF65-F5344CB8AC3E}">
        <p14:creationId xmlns:p14="http://schemas.microsoft.com/office/powerpoint/2010/main" val="419460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788323" y="1825625"/>
            <a:ext cx="4873268"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804922" y="1825625"/>
            <a:ext cx="4873268"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36CCD499-ABA9-4152-BE4C-9EA52FE70224}" type="datetimeFigureOut">
              <a:rPr lang="es-CO" smtClean="0"/>
              <a:t>30/10/2025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2B9826DD-4AE3-436B-966F-19A41F6DCB4A}" type="slidenum">
              <a:rPr lang="es-CO" smtClean="0"/>
              <a:t>‹Nº›</a:t>
            </a:fld>
            <a:endParaRPr lang="es-CO"/>
          </a:p>
        </p:txBody>
      </p:sp>
    </p:spTree>
    <p:extLst>
      <p:ext uri="{BB962C8B-B14F-4D97-AF65-F5344CB8AC3E}">
        <p14:creationId xmlns:p14="http://schemas.microsoft.com/office/powerpoint/2010/main" val="6404530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789817" y="365126"/>
            <a:ext cx="9889867"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789817" y="1681163"/>
            <a:ext cx="4850872" cy="823912"/>
          </a:xfrm>
        </p:spPr>
        <p:txBody>
          <a:bodyPr anchor="b"/>
          <a:lstStyle>
            <a:lvl1pPr marL="0" indent="0">
              <a:buNone/>
              <a:defRPr sz="2257" b="1"/>
            </a:lvl1pPr>
            <a:lvl2pPr marL="429997" indent="0">
              <a:buNone/>
              <a:defRPr sz="1881" b="1"/>
            </a:lvl2pPr>
            <a:lvl3pPr marL="859993" indent="0">
              <a:buNone/>
              <a:defRPr sz="1693" b="1"/>
            </a:lvl3pPr>
            <a:lvl4pPr marL="1289990" indent="0">
              <a:buNone/>
              <a:defRPr sz="1505" b="1"/>
            </a:lvl4pPr>
            <a:lvl5pPr marL="1719986" indent="0">
              <a:buNone/>
              <a:defRPr sz="1505" b="1"/>
            </a:lvl5pPr>
            <a:lvl6pPr marL="2149983" indent="0">
              <a:buNone/>
              <a:defRPr sz="1505" b="1"/>
            </a:lvl6pPr>
            <a:lvl7pPr marL="2579980" indent="0">
              <a:buNone/>
              <a:defRPr sz="1505" b="1"/>
            </a:lvl7pPr>
            <a:lvl8pPr marL="3009976" indent="0">
              <a:buNone/>
              <a:defRPr sz="1505" b="1"/>
            </a:lvl8pPr>
            <a:lvl9pPr marL="3439973" indent="0">
              <a:buNone/>
              <a:defRPr sz="1505" b="1"/>
            </a:lvl9pPr>
          </a:lstStyle>
          <a:p>
            <a:pPr lvl="0"/>
            <a:r>
              <a:rPr lang="es-ES"/>
              <a:t>Haga clic para modificar los estilos de texto del patrón</a:t>
            </a:r>
          </a:p>
        </p:txBody>
      </p:sp>
      <p:sp>
        <p:nvSpPr>
          <p:cNvPr id="4" name="Content Placeholder 3"/>
          <p:cNvSpPr>
            <a:spLocks noGrp="1"/>
          </p:cNvSpPr>
          <p:nvPr>
            <p:ph sz="half" idx="2"/>
          </p:nvPr>
        </p:nvSpPr>
        <p:spPr>
          <a:xfrm>
            <a:off x="789817" y="2505075"/>
            <a:ext cx="4850872"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804922" y="1681163"/>
            <a:ext cx="4874762" cy="823912"/>
          </a:xfrm>
        </p:spPr>
        <p:txBody>
          <a:bodyPr anchor="b"/>
          <a:lstStyle>
            <a:lvl1pPr marL="0" indent="0">
              <a:buNone/>
              <a:defRPr sz="2257" b="1"/>
            </a:lvl1pPr>
            <a:lvl2pPr marL="429997" indent="0">
              <a:buNone/>
              <a:defRPr sz="1881" b="1"/>
            </a:lvl2pPr>
            <a:lvl3pPr marL="859993" indent="0">
              <a:buNone/>
              <a:defRPr sz="1693" b="1"/>
            </a:lvl3pPr>
            <a:lvl4pPr marL="1289990" indent="0">
              <a:buNone/>
              <a:defRPr sz="1505" b="1"/>
            </a:lvl4pPr>
            <a:lvl5pPr marL="1719986" indent="0">
              <a:buNone/>
              <a:defRPr sz="1505" b="1"/>
            </a:lvl5pPr>
            <a:lvl6pPr marL="2149983" indent="0">
              <a:buNone/>
              <a:defRPr sz="1505" b="1"/>
            </a:lvl6pPr>
            <a:lvl7pPr marL="2579980" indent="0">
              <a:buNone/>
              <a:defRPr sz="1505" b="1"/>
            </a:lvl7pPr>
            <a:lvl8pPr marL="3009976" indent="0">
              <a:buNone/>
              <a:defRPr sz="1505" b="1"/>
            </a:lvl8pPr>
            <a:lvl9pPr marL="3439973" indent="0">
              <a:buNone/>
              <a:defRPr sz="1505" b="1"/>
            </a:lvl9pPr>
          </a:lstStyle>
          <a:p>
            <a:pPr lvl="0"/>
            <a:r>
              <a:rPr lang="es-ES"/>
              <a:t>Haga clic para modificar los estilos de texto del patrón</a:t>
            </a:r>
          </a:p>
        </p:txBody>
      </p:sp>
      <p:sp>
        <p:nvSpPr>
          <p:cNvPr id="6" name="Content Placeholder 5"/>
          <p:cNvSpPr>
            <a:spLocks noGrp="1"/>
          </p:cNvSpPr>
          <p:nvPr>
            <p:ph sz="quarter" idx="4"/>
          </p:nvPr>
        </p:nvSpPr>
        <p:spPr>
          <a:xfrm>
            <a:off x="5804922" y="2505075"/>
            <a:ext cx="4874762"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36CCD499-ABA9-4152-BE4C-9EA52FE70224}" type="datetimeFigureOut">
              <a:rPr lang="es-CO" smtClean="0"/>
              <a:t>30/10/2025</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2B9826DD-4AE3-436B-966F-19A41F6DCB4A}" type="slidenum">
              <a:rPr lang="es-CO" smtClean="0"/>
              <a:t>‹Nº›</a:t>
            </a:fld>
            <a:endParaRPr lang="es-CO"/>
          </a:p>
        </p:txBody>
      </p:sp>
    </p:spTree>
    <p:extLst>
      <p:ext uri="{BB962C8B-B14F-4D97-AF65-F5344CB8AC3E}">
        <p14:creationId xmlns:p14="http://schemas.microsoft.com/office/powerpoint/2010/main" val="1829858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36CCD499-ABA9-4152-BE4C-9EA52FE70224}" type="datetimeFigureOut">
              <a:rPr lang="es-CO" smtClean="0"/>
              <a:t>30/10/2025</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2B9826DD-4AE3-436B-966F-19A41F6DCB4A}" type="slidenum">
              <a:rPr lang="es-CO" smtClean="0"/>
              <a:t>‹Nº›</a:t>
            </a:fld>
            <a:endParaRPr lang="es-CO"/>
          </a:p>
        </p:txBody>
      </p:sp>
    </p:spTree>
    <p:extLst>
      <p:ext uri="{BB962C8B-B14F-4D97-AF65-F5344CB8AC3E}">
        <p14:creationId xmlns:p14="http://schemas.microsoft.com/office/powerpoint/2010/main" val="2048383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CCD499-ABA9-4152-BE4C-9EA52FE70224}" type="datetimeFigureOut">
              <a:rPr lang="es-CO" smtClean="0"/>
              <a:t>30/10/2025</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2B9826DD-4AE3-436B-966F-19A41F6DCB4A}" type="slidenum">
              <a:rPr lang="es-CO" smtClean="0"/>
              <a:t>‹Nº›</a:t>
            </a:fld>
            <a:endParaRPr lang="es-CO"/>
          </a:p>
        </p:txBody>
      </p:sp>
    </p:spTree>
    <p:extLst>
      <p:ext uri="{BB962C8B-B14F-4D97-AF65-F5344CB8AC3E}">
        <p14:creationId xmlns:p14="http://schemas.microsoft.com/office/powerpoint/2010/main" val="40065011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89817" y="457200"/>
            <a:ext cx="3698249" cy="1600200"/>
          </a:xfrm>
        </p:spPr>
        <p:txBody>
          <a:bodyPr anchor="b"/>
          <a:lstStyle>
            <a:lvl1pPr>
              <a:defRPr sz="301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74762" y="987426"/>
            <a:ext cx="5804922" cy="4873625"/>
          </a:xfrm>
        </p:spPr>
        <p:txBody>
          <a:bodyPr/>
          <a:lstStyle>
            <a:lvl1pPr>
              <a:defRPr sz="3010"/>
            </a:lvl1pPr>
            <a:lvl2pPr>
              <a:defRPr sz="2633"/>
            </a:lvl2pPr>
            <a:lvl3pPr>
              <a:defRPr sz="2257"/>
            </a:lvl3pPr>
            <a:lvl4pPr>
              <a:defRPr sz="1881"/>
            </a:lvl4pPr>
            <a:lvl5pPr>
              <a:defRPr sz="1881"/>
            </a:lvl5pPr>
            <a:lvl6pPr>
              <a:defRPr sz="1881"/>
            </a:lvl6pPr>
            <a:lvl7pPr>
              <a:defRPr sz="1881"/>
            </a:lvl7pPr>
            <a:lvl8pPr>
              <a:defRPr sz="1881"/>
            </a:lvl8pPr>
            <a:lvl9pPr>
              <a:defRPr sz="1881"/>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89817" y="2057400"/>
            <a:ext cx="3698249" cy="3811588"/>
          </a:xfrm>
        </p:spPr>
        <p:txBody>
          <a:bodyPr/>
          <a:lstStyle>
            <a:lvl1pPr marL="0" indent="0">
              <a:buNone/>
              <a:defRPr sz="1505"/>
            </a:lvl1pPr>
            <a:lvl2pPr marL="429997" indent="0">
              <a:buNone/>
              <a:defRPr sz="1317"/>
            </a:lvl2pPr>
            <a:lvl3pPr marL="859993" indent="0">
              <a:buNone/>
              <a:defRPr sz="1129"/>
            </a:lvl3pPr>
            <a:lvl4pPr marL="1289990" indent="0">
              <a:buNone/>
              <a:defRPr sz="940"/>
            </a:lvl4pPr>
            <a:lvl5pPr marL="1719986" indent="0">
              <a:buNone/>
              <a:defRPr sz="940"/>
            </a:lvl5pPr>
            <a:lvl6pPr marL="2149983" indent="0">
              <a:buNone/>
              <a:defRPr sz="940"/>
            </a:lvl6pPr>
            <a:lvl7pPr marL="2579980" indent="0">
              <a:buNone/>
              <a:defRPr sz="940"/>
            </a:lvl7pPr>
            <a:lvl8pPr marL="3009976" indent="0">
              <a:buNone/>
              <a:defRPr sz="940"/>
            </a:lvl8pPr>
            <a:lvl9pPr marL="3439973" indent="0">
              <a:buNone/>
              <a:defRPr sz="94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6CCD499-ABA9-4152-BE4C-9EA52FE70224}" type="datetimeFigureOut">
              <a:rPr lang="es-CO" smtClean="0"/>
              <a:t>30/10/2025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2B9826DD-4AE3-436B-966F-19A41F6DCB4A}" type="slidenum">
              <a:rPr lang="es-CO" smtClean="0"/>
              <a:t>‹Nº›</a:t>
            </a:fld>
            <a:endParaRPr lang="es-CO"/>
          </a:p>
        </p:txBody>
      </p:sp>
    </p:spTree>
    <p:extLst>
      <p:ext uri="{BB962C8B-B14F-4D97-AF65-F5344CB8AC3E}">
        <p14:creationId xmlns:p14="http://schemas.microsoft.com/office/powerpoint/2010/main" val="4024631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89817" y="457200"/>
            <a:ext cx="3698249" cy="1600200"/>
          </a:xfrm>
        </p:spPr>
        <p:txBody>
          <a:bodyPr anchor="b"/>
          <a:lstStyle>
            <a:lvl1pPr>
              <a:defRPr sz="301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874762" y="987426"/>
            <a:ext cx="5804922" cy="4873625"/>
          </a:xfrm>
        </p:spPr>
        <p:txBody>
          <a:bodyPr anchor="t"/>
          <a:lstStyle>
            <a:lvl1pPr marL="0" indent="0">
              <a:buNone/>
              <a:defRPr sz="3010"/>
            </a:lvl1pPr>
            <a:lvl2pPr marL="429997" indent="0">
              <a:buNone/>
              <a:defRPr sz="2633"/>
            </a:lvl2pPr>
            <a:lvl3pPr marL="859993" indent="0">
              <a:buNone/>
              <a:defRPr sz="2257"/>
            </a:lvl3pPr>
            <a:lvl4pPr marL="1289990" indent="0">
              <a:buNone/>
              <a:defRPr sz="1881"/>
            </a:lvl4pPr>
            <a:lvl5pPr marL="1719986" indent="0">
              <a:buNone/>
              <a:defRPr sz="1881"/>
            </a:lvl5pPr>
            <a:lvl6pPr marL="2149983" indent="0">
              <a:buNone/>
              <a:defRPr sz="1881"/>
            </a:lvl6pPr>
            <a:lvl7pPr marL="2579980" indent="0">
              <a:buNone/>
              <a:defRPr sz="1881"/>
            </a:lvl7pPr>
            <a:lvl8pPr marL="3009976" indent="0">
              <a:buNone/>
              <a:defRPr sz="1881"/>
            </a:lvl8pPr>
            <a:lvl9pPr marL="3439973" indent="0">
              <a:buNone/>
              <a:defRPr sz="1881"/>
            </a:lvl9pPr>
          </a:lstStyle>
          <a:p>
            <a:r>
              <a:rPr lang="es-ES"/>
              <a:t>Haga clic en el icono para agregar una imagen</a:t>
            </a:r>
            <a:endParaRPr lang="en-US" dirty="0"/>
          </a:p>
        </p:txBody>
      </p:sp>
      <p:sp>
        <p:nvSpPr>
          <p:cNvPr id="4" name="Text Placeholder 3"/>
          <p:cNvSpPr>
            <a:spLocks noGrp="1"/>
          </p:cNvSpPr>
          <p:nvPr>
            <p:ph type="body" sz="half" idx="2"/>
          </p:nvPr>
        </p:nvSpPr>
        <p:spPr>
          <a:xfrm>
            <a:off x="789817" y="2057400"/>
            <a:ext cx="3698249" cy="3811588"/>
          </a:xfrm>
        </p:spPr>
        <p:txBody>
          <a:bodyPr/>
          <a:lstStyle>
            <a:lvl1pPr marL="0" indent="0">
              <a:buNone/>
              <a:defRPr sz="1505"/>
            </a:lvl1pPr>
            <a:lvl2pPr marL="429997" indent="0">
              <a:buNone/>
              <a:defRPr sz="1317"/>
            </a:lvl2pPr>
            <a:lvl3pPr marL="859993" indent="0">
              <a:buNone/>
              <a:defRPr sz="1129"/>
            </a:lvl3pPr>
            <a:lvl4pPr marL="1289990" indent="0">
              <a:buNone/>
              <a:defRPr sz="940"/>
            </a:lvl4pPr>
            <a:lvl5pPr marL="1719986" indent="0">
              <a:buNone/>
              <a:defRPr sz="940"/>
            </a:lvl5pPr>
            <a:lvl6pPr marL="2149983" indent="0">
              <a:buNone/>
              <a:defRPr sz="940"/>
            </a:lvl6pPr>
            <a:lvl7pPr marL="2579980" indent="0">
              <a:buNone/>
              <a:defRPr sz="940"/>
            </a:lvl7pPr>
            <a:lvl8pPr marL="3009976" indent="0">
              <a:buNone/>
              <a:defRPr sz="940"/>
            </a:lvl8pPr>
            <a:lvl9pPr marL="3439973" indent="0">
              <a:buNone/>
              <a:defRPr sz="94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6CCD499-ABA9-4152-BE4C-9EA52FE70224}" type="datetimeFigureOut">
              <a:rPr lang="es-CO" smtClean="0"/>
              <a:t>30/10/2025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2B9826DD-4AE3-436B-966F-19A41F6DCB4A}" type="slidenum">
              <a:rPr lang="es-CO" smtClean="0"/>
              <a:t>‹Nº›</a:t>
            </a:fld>
            <a:endParaRPr lang="es-CO"/>
          </a:p>
        </p:txBody>
      </p:sp>
    </p:spTree>
    <p:extLst>
      <p:ext uri="{BB962C8B-B14F-4D97-AF65-F5344CB8AC3E}">
        <p14:creationId xmlns:p14="http://schemas.microsoft.com/office/powerpoint/2010/main" val="1659419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6CCD499-ABA9-4152-BE4C-9EA52FE70224}" type="datetimeFigureOut">
              <a:rPr lang="es-CO" smtClean="0"/>
              <a:t>30/10/2025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2B9826DD-4AE3-436B-966F-19A41F6DCB4A}" type="slidenum">
              <a:rPr lang="es-CO" smtClean="0"/>
              <a:t>‹Nº›</a:t>
            </a:fld>
            <a:endParaRPr lang="es-CO"/>
          </a:p>
        </p:txBody>
      </p:sp>
    </p:spTree>
    <p:extLst>
      <p:ext uri="{BB962C8B-B14F-4D97-AF65-F5344CB8AC3E}">
        <p14:creationId xmlns:p14="http://schemas.microsoft.com/office/powerpoint/2010/main" val="3494992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205723" y="365125"/>
            <a:ext cx="2472467"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788323" y="365125"/>
            <a:ext cx="7274069"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6CCD499-ABA9-4152-BE4C-9EA52FE70224}" type="datetimeFigureOut">
              <a:rPr lang="es-CO" smtClean="0"/>
              <a:t>30/10/2025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2B9826DD-4AE3-436B-966F-19A41F6DCB4A}" type="slidenum">
              <a:rPr lang="es-CO" smtClean="0"/>
              <a:t>‹Nº›</a:t>
            </a:fld>
            <a:endParaRPr lang="es-CO"/>
          </a:p>
        </p:txBody>
      </p:sp>
    </p:spTree>
    <p:extLst>
      <p:ext uri="{BB962C8B-B14F-4D97-AF65-F5344CB8AC3E}">
        <p14:creationId xmlns:p14="http://schemas.microsoft.com/office/powerpoint/2010/main" val="242424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88323" y="365126"/>
            <a:ext cx="9889867"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788323" y="1825625"/>
            <a:ext cx="9889867"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88323" y="6356351"/>
            <a:ext cx="2579965" cy="365125"/>
          </a:xfrm>
          <a:prstGeom prst="rect">
            <a:avLst/>
          </a:prstGeom>
        </p:spPr>
        <p:txBody>
          <a:bodyPr vert="horz" lIns="91440" tIns="45720" rIns="91440" bIns="45720" rtlCol="0" anchor="ctr"/>
          <a:lstStyle>
            <a:lvl1pPr algn="l">
              <a:defRPr sz="1129">
                <a:solidFill>
                  <a:schemeClr val="tx1">
                    <a:tint val="75000"/>
                  </a:schemeClr>
                </a:solidFill>
              </a:defRPr>
            </a:lvl1pPr>
          </a:lstStyle>
          <a:p>
            <a:fld id="{36CCD499-ABA9-4152-BE4C-9EA52FE70224}" type="datetimeFigureOut">
              <a:rPr lang="es-CO" smtClean="0"/>
              <a:t>30/10/2025</a:t>
            </a:fld>
            <a:endParaRPr lang="es-CO"/>
          </a:p>
        </p:txBody>
      </p:sp>
      <p:sp>
        <p:nvSpPr>
          <p:cNvPr id="5" name="Footer Placeholder 4"/>
          <p:cNvSpPr>
            <a:spLocks noGrp="1"/>
          </p:cNvSpPr>
          <p:nvPr>
            <p:ph type="ftr" sz="quarter" idx="3"/>
          </p:nvPr>
        </p:nvSpPr>
        <p:spPr>
          <a:xfrm>
            <a:off x="3798283" y="6356351"/>
            <a:ext cx="3869948" cy="365125"/>
          </a:xfrm>
          <a:prstGeom prst="rect">
            <a:avLst/>
          </a:prstGeom>
        </p:spPr>
        <p:txBody>
          <a:bodyPr vert="horz" lIns="91440" tIns="45720" rIns="91440" bIns="45720" rtlCol="0" anchor="ctr"/>
          <a:lstStyle>
            <a:lvl1pPr algn="ctr">
              <a:defRPr sz="1129">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8098225" y="6356351"/>
            <a:ext cx="2579965" cy="365125"/>
          </a:xfrm>
          <a:prstGeom prst="rect">
            <a:avLst/>
          </a:prstGeom>
        </p:spPr>
        <p:txBody>
          <a:bodyPr vert="horz" lIns="91440" tIns="45720" rIns="91440" bIns="45720" rtlCol="0" anchor="ctr"/>
          <a:lstStyle>
            <a:lvl1pPr algn="r">
              <a:defRPr sz="1129">
                <a:solidFill>
                  <a:schemeClr val="tx1">
                    <a:tint val="75000"/>
                  </a:schemeClr>
                </a:solidFill>
              </a:defRPr>
            </a:lvl1pPr>
          </a:lstStyle>
          <a:p>
            <a:fld id="{2B9826DD-4AE3-436B-966F-19A41F6DCB4A}" type="slidenum">
              <a:rPr lang="es-CO" smtClean="0"/>
              <a:t>‹Nº›</a:t>
            </a:fld>
            <a:endParaRPr lang="es-CO"/>
          </a:p>
        </p:txBody>
      </p:sp>
    </p:spTree>
    <p:extLst>
      <p:ext uri="{BB962C8B-B14F-4D97-AF65-F5344CB8AC3E}">
        <p14:creationId xmlns:p14="http://schemas.microsoft.com/office/powerpoint/2010/main" val="154758588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859993" rtl="0" eaLnBrk="1" latinLnBrk="0" hangingPunct="1">
        <a:lnSpc>
          <a:spcPct val="90000"/>
        </a:lnSpc>
        <a:spcBef>
          <a:spcPct val="0"/>
        </a:spcBef>
        <a:buNone/>
        <a:defRPr sz="4138" kern="1200">
          <a:solidFill>
            <a:schemeClr val="tx1"/>
          </a:solidFill>
          <a:latin typeface="+mj-lt"/>
          <a:ea typeface="+mj-ea"/>
          <a:cs typeface="+mj-cs"/>
        </a:defRPr>
      </a:lvl1pPr>
    </p:titleStyle>
    <p:bodyStyle>
      <a:lvl1pPr marL="214998" indent="-214998" algn="l" defTabSz="859993" rtl="0" eaLnBrk="1" latinLnBrk="0" hangingPunct="1">
        <a:lnSpc>
          <a:spcPct val="90000"/>
        </a:lnSpc>
        <a:spcBef>
          <a:spcPts val="940"/>
        </a:spcBef>
        <a:buFont typeface="Arial" panose="020B0604020202020204" pitchFamily="34" charset="0"/>
        <a:buChar char="•"/>
        <a:defRPr sz="2633" kern="1200">
          <a:solidFill>
            <a:schemeClr val="tx1"/>
          </a:solidFill>
          <a:latin typeface="+mn-lt"/>
          <a:ea typeface="+mn-ea"/>
          <a:cs typeface="+mn-cs"/>
        </a:defRPr>
      </a:lvl1pPr>
      <a:lvl2pPr marL="644995" indent="-214998" algn="l" defTabSz="859993" rtl="0" eaLnBrk="1" latinLnBrk="0" hangingPunct="1">
        <a:lnSpc>
          <a:spcPct val="90000"/>
        </a:lnSpc>
        <a:spcBef>
          <a:spcPts val="470"/>
        </a:spcBef>
        <a:buFont typeface="Arial" panose="020B0604020202020204" pitchFamily="34" charset="0"/>
        <a:buChar char="•"/>
        <a:defRPr sz="2257" kern="1200">
          <a:solidFill>
            <a:schemeClr val="tx1"/>
          </a:solidFill>
          <a:latin typeface="+mn-lt"/>
          <a:ea typeface="+mn-ea"/>
          <a:cs typeface="+mn-cs"/>
        </a:defRPr>
      </a:lvl2pPr>
      <a:lvl3pPr marL="1074992" indent="-214998" algn="l" defTabSz="859993" rtl="0" eaLnBrk="1" latinLnBrk="0" hangingPunct="1">
        <a:lnSpc>
          <a:spcPct val="90000"/>
        </a:lnSpc>
        <a:spcBef>
          <a:spcPts val="470"/>
        </a:spcBef>
        <a:buFont typeface="Arial" panose="020B0604020202020204" pitchFamily="34" charset="0"/>
        <a:buChar char="•"/>
        <a:defRPr sz="1881" kern="1200">
          <a:solidFill>
            <a:schemeClr val="tx1"/>
          </a:solidFill>
          <a:latin typeface="+mn-lt"/>
          <a:ea typeface="+mn-ea"/>
          <a:cs typeface="+mn-cs"/>
        </a:defRPr>
      </a:lvl3pPr>
      <a:lvl4pPr marL="1504988" indent="-214998" algn="l" defTabSz="859993" rtl="0" eaLnBrk="1" latinLnBrk="0" hangingPunct="1">
        <a:lnSpc>
          <a:spcPct val="90000"/>
        </a:lnSpc>
        <a:spcBef>
          <a:spcPts val="470"/>
        </a:spcBef>
        <a:buFont typeface="Arial" panose="020B0604020202020204" pitchFamily="34" charset="0"/>
        <a:buChar char="•"/>
        <a:defRPr sz="1693" kern="1200">
          <a:solidFill>
            <a:schemeClr val="tx1"/>
          </a:solidFill>
          <a:latin typeface="+mn-lt"/>
          <a:ea typeface="+mn-ea"/>
          <a:cs typeface="+mn-cs"/>
        </a:defRPr>
      </a:lvl4pPr>
      <a:lvl5pPr marL="1934985" indent="-214998" algn="l" defTabSz="859993" rtl="0" eaLnBrk="1" latinLnBrk="0" hangingPunct="1">
        <a:lnSpc>
          <a:spcPct val="90000"/>
        </a:lnSpc>
        <a:spcBef>
          <a:spcPts val="470"/>
        </a:spcBef>
        <a:buFont typeface="Arial" panose="020B0604020202020204" pitchFamily="34" charset="0"/>
        <a:buChar char="•"/>
        <a:defRPr sz="1693" kern="1200">
          <a:solidFill>
            <a:schemeClr val="tx1"/>
          </a:solidFill>
          <a:latin typeface="+mn-lt"/>
          <a:ea typeface="+mn-ea"/>
          <a:cs typeface="+mn-cs"/>
        </a:defRPr>
      </a:lvl5pPr>
      <a:lvl6pPr marL="2364981" indent="-214998" algn="l" defTabSz="859993" rtl="0" eaLnBrk="1" latinLnBrk="0" hangingPunct="1">
        <a:lnSpc>
          <a:spcPct val="90000"/>
        </a:lnSpc>
        <a:spcBef>
          <a:spcPts val="470"/>
        </a:spcBef>
        <a:buFont typeface="Arial" panose="020B0604020202020204" pitchFamily="34" charset="0"/>
        <a:buChar char="•"/>
        <a:defRPr sz="1693" kern="1200">
          <a:solidFill>
            <a:schemeClr val="tx1"/>
          </a:solidFill>
          <a:latin typeface="+mn-lt"/>
          <a:ea typeface="+mn-ea"/>
          <a:cs typeface="+mn-cs"/>
        </a:defRPr>
      </a:lvl6pPr>
      <a:lvl7pPr marL="2794978" indent="-214998" algn="l" defTabSz="859993" rtl="0" eaLnBrk="1" latinLnBrk="0" hangingPunct="1">
        <a:lnSpc>
          <a:spcPct val="90000"/>
        </a:lnSpc>
        <a:spcBef>
          <a:spcPts val="470"/>
        </a:spcBef>
        <a:buFont typeface="Arial" panose="020B0604020202020204" pitchFamily="34" charset="0"/>
        <a:buChar char="•"/>
        <a:defRPr sz="1693" kern="1200">
          <a:solidFill>
            <a:schemeClr val="tx1"/>
          </a:solidFill>
          <a:latin typeface="+mn-lt"/>
          <a:ea typeface="+mn-ea"/>
          <a:cs typeface="+mn-cs"/>
        </a:defRPr>
      </a:lvl7pPr>
      <a:lvl8pPr marL="3224975" indent="-214998" algn="l" defTabSz="859993" rtl="0" eaLnBrk="1" latinLnBrk="0" hangingPunct="1">
        <a:lnSpc>
          <a:spcPct val="90000"/>
        </a:lnSpc>
        <a:spcBef>
          <a:spcPts val="470"/>
        </a:spcBef>
        <a:buFont typeface="Arial" panose="020B0604020202020204" pitchFamily="34" charset="0"/>
        <a:buChar char="•"/>
        <a:defRPr sz="1693" kern="1200">
          <a:solidFill>
            <a:schemeClr val="tx1"/>
          </a:solidFill>
          <a:latin typeface="+mn-lt"/>
          <a:ea typeface="+mn-ea"/>
          <a:cs typeface="+mn-cs"/>
        </a:defRPr>
      </a:lvl8pPr>
      <a:lvl9pPr marL="3654971" indent="-214998" algn="l" defTabSz="859993" rtl="0" eaLnBrk="1" latinLnBrk="0" hangingPunct="1">
        <a:lnSpc>
          <a:spcPct val="90000"/>
        </a:lnSpc>
        <a:spcBef>
          <a:spcPts val="470"/>
        </a:spcBef>
        <a:buFont typeface="Arial" panose="020B0604020202020204" pitchFamily="34" charset="0"/>
        <a:buChar char="•"/>
        <a:defRPr sz="1693" kern="1200">
          <a:solidFill>
            <a:schemeClr val="tx1"/>
          </a:solidFill>
          <a:latin typeface="+mn-lt"/>
          <a:ea typeface="+mn-ea"/>
          <a:cs typeface="+mn-cs"/>
        </a:defRPr>
      </a:lvl9pPr>
    </p:bodyStyle>
    <p:otherStyle>
      <a:defPPr>
        <a:defRPr lang="en-US"/>
      </a:defPPr>
      <a:lvl1pPr marL="0" algn="l" defTabSz="859993" rtl="0" eaLnBrk="1" latinLnBrk="0" hangingPunct="1">
        <a:defRPr sz="1693" kern="1200">
          <a:solidFill>
            <a:schemeClr val="tx1"/>
          </a:solidFill>
          <a:latin typeface="+mn-lt"/>
          <a:ea typeface="+mn-ea"/>
          <a:cs typeface="+mn-cs"/>
        </a:defRPr>
      </a:lvl1pPr>
      <a:lvl2pPr marL="429997" algn="l" defTabSz="859993" rtl="0" eaLnBrk="1" latinLnBrk="0" hangingPunct="1">
        <a:defRPr sz="1693" kern="1200">
          <a:solidFill>
            <a:schemeClr val="tx1"/>
          </a:solidFill>
          <a:latin typeface="+mn-lt"/>
          <a:ea typeface="+mn-ea"/>
          <a:cs typeface="+mn-cs"/>
        </a:defRPr>
      </a:lvl2pPr>
      <a:lvl3pPr marL="859993" algn="l" defTabSz="859993" rtl="0" eaLnBrk="1" latinLnBrk="0" hangingPunct="1">
        <a:defRPr sz="1693" kern="1200">
          <a:solidFill>
            <a:schemeClr val="tx1"/>
          </a:solidFill>
          <a:latin typeface="+mn-lt"/>
          <a:ea typeface="+mn-ea"/>
          <a:cs typeface="+mn-cs"/>
        </a:defRPr>
      </a:lvl3pPr>
      <a:lvl4pPr marL="1289990" algn="l" defTabSz="859993" rtl="0" eaLnBrk="1" latinLnBrk="0" hangingPunct="1">
        <a:defRPr sz="1693" kern="1200">
          <a:solidFill>
            <a:schemeClr val="tx1"/>
          </a:solidFill>
          <a:latin typeface="+mn-lt"/>
          <a:ea typeface="+mn-ea"/>
          <a:cs typeface="+mn-cs"/>
        </a:defRPr>
      </a:lvl4pPr>
      <a:lvl5pPr marL="1719986" algn="l" defTabSz="859993" rtl="0" eaLnBrk="1" latinLnBrk="0" hangingPunct="1">
        <a:defRPr sz="1693" kern="1200">
          <a:solidFill>
            <a:schemeClr val="tx1"/>
          </a:solidFill>
          <a:latin typeface="+mn-lt"/>
          <a:ea typeface="+mn-ea"/>
          <a:cs typeface="+mn-cs"/>
        </a:defRPr>
      </a:lvl5pPr>
      <a:lvl6pPr marL="2149983" algn="l" defTabSz="859993" rtl="0" eaLnBrk="1" latinLnBrk="0" hangingPunct="1">
        <a:defRPr sz="1693" kern="1200">
          <a:solidFill>
            <a:schemeClr val="tx1"/>
          </a:solidFill>
          <a:latin typeface="+mn-lt"/>
          <a:ea typeface="+mn-ea"/>
          <a:cs typeface="+mn-cs"/>
        </a:defRPr>
      </a:lvl6pPr>
      <a:lvl7pPr marL="2579980" algn="l" defTabSz="859993" rtl="0" eaLnBrk="1" latinLnBrk="0" hangingPunct="1">
        <a:defRPr sz="1693" kern="1200">
          <a:solidFill>
            <a:schemeClr val="tx1"/>
          </a:solidFill>
          <a:latin typeface="+mn-lt"/>
          <a:ea typeface="+mn-ea"/>
          <a:cs typeface="+mn-cs"/>
        </a:defRPr>
      </a:lvl7pPr>
      <a:lvl8pPr marL="3009976" algn="l" defTabSz="859993" rtl="0" eaLnBrk="1" latinLnBrk="0" hangingPunct="1">
        <a:defRPr sz="1693" kern="1200">
          <a:solidFill>
            <a:schemeClr val="tx1"/>
          </a:solidFill>
          <a:latin typeface="+mn-lt"/>
          <a:ea typeface="+mn-ea"/>
          <a:cs typeface="+mn-cs"/>
        </a:defRPr>
      </a:lvl8pPr>
      <a:lvl9pPr marL="3439973" algn="l" defTabSz="859993" rtl="0" eaLnBrk="1" latinLnBrk="0" hangingPunct="1">
        <a:defRPr sz="169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11.tiff"/></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03F3629-79D8-C13B-F03A-5EDD99989FA3}"/>
              </a:ext>
            </a:extLst>
          </p:cNvPr>
          <p:cNvPicPr>
            <a:picLocks noChangeAspect="1"/>
          </p:cNvPicPr>
          <p:nvPr/>
        </p:nvPicPr>
        <p:blipFill>
          <a:blip r:embed="rId2">
            <a:extLst>
              <a:ext uri="{28A0092B-C50C-407E-A947-70E740481C1C}">
                <a14:useLocalDpi xmlns:a14="http://schemas.microsoft.com/office/drawing/2010/main" val="0"/>
              </a:ext>
            </a:extLst>
          </a:blip>
          <a:srcRect r="706"/>
          <a:stretch>
            <a:fillRect/>
          </a:stretch>
        </p:blipFill>
        <p:spPr>
          <a:xfrm>
            <a:off x="1895" y="0"/>
            <a:ext cx="11464618" cy="6858000"/>
          </a:xfrm>
          <a:prstGeom prst="rect">
            <a:avLst/>
          </a:prstGeom>
        </p:spPr>
      </p:pic>
      <p:sp>
        <p:nvSpPr>
          <p:cNvPr id="2" name="Título 1">
            <a:extLst>
              <a:ext uri="{FF2B5EF4-FFF2-40B4-BE49-F238E27FC236}">
                <a16:creationId xmlns:a16="http://schemas.microsoft.com/office/drawing/2014/main" id="{8D35821C-5BBE-7444-181B-43EE22A93635}"/>
              </a:ext>
            </a:extLst>
          </p:cNvPr>
          <p:cNvSpPr>
            <a:spLocks noGrp="1"/>
          </p:cNvSpPr>
          <p:nvPr>
            <p:ph type="ctrTitle"/>
          </p:nvPr>
        </p:nvSpPr>
        <p:spPr>
          <a:xfrm>
            <a:off x="1433314" y="1525486"/>
            <a:ext cx="8599885" cy="2387600"/>
          </a:xfrm>
        </p:spPr>
        <p:txBody>
          <a:bodyPr>
            <a:normAutofit/>
          </a:bodyPr>
          <a:lstStyle/>
          <a:p>
            <a:r>
              <a:rPr lang="es-ES" sz="3200" b="1" dirty="0"/>
              <a:t>Ambiente Inteligente: Sistema de Monitoreo de Temperatura, Humedad y Luz”. Un proyecto que integra sensores ambientales para la medición inteligente y sostenible de variables del entorno</a:t>
            </a:r>
            <a:endParaRPr lang="es-CO" sz="3200" b="1" dirty="0"/>
          </a:p>
        </p:txBody>
      </p:sp>
      <p:sp>
        <p:nvSpPr>
          <p:cNvPr id="3" name="Subtítulo 2">
            <a:extLst>
              <a:ext uri="{FF2B5EF4-FFF2-40B4-BE49-F238E27FC236}">
                <a16:creationId xmlns:a16="http://schemas.microsoft.com/office/drawing/2014/main" id="{ADA54685-9274-B0A7-D968-9A2626E23A9C}"/>
              </a:ext>
            </a:extLst>
          </p:cNvPr>
          <p:cNvSpPr>
            <a:spLocks noGrp="1"/>
          </p:cNvSpPr>
          <p:nvPr>
            <p:ph type="subTitle" idx="1"/>
          </p:nvPr>
        </p:nvSpPr>
        <p:spPr>
          <a:xfrm>
            <a:off x="1433314" y="4054322"/>
            <a:ext cx="8599885" cy="1655762"/>
          </a:xfrm>
        </p:spPr>
        <p:txBody>
          <a:bodyPr>
            <a:normAutofit lnSpcReduction="10000"/>
          </a:bodyPr>
          <a:lstStyle/>
          <a:p>
            <a:r>
              <a:rPr lang="es-CO" dirty="0"/>
              <a:t>PRESENTADORES:</a:t>
            </a:r>
          </a:p>
          <a:p>
            <a:r>
              <a:rPr lang="es-CO" dirty="0"/>
              <a:t>Docente: Ing. Hector Agudelo</a:t>
            </a:r>
          </a:p>
          <a:p>
            <a:r>
              <a:rPr lang="es-CO" dirty="0"/>
              <a:t>Estudiantes: Yeferson Yesid </a:t>
            </a:r>
            <a:r>
              <a:rPr lang="es-CO" dirty="0" err="1"/>
              <a:t>Rodriguez</a:t>
            </a:r>
            <a:r>
              <a:rPr lang="es-CO" dirty="0"/>
              <a:t> Borja</a:t>
            </a:r>
          </a:p>
          <a:p>
            <a:r>
              <a:rPr lang="es-CO" dirty="0" err="1"/>
              <a:t>Yesnid</a:t>
            </a:r>
            <a:r>
              <a:rPr lang="es-CO" dirty="0"/>
              <a:t> Adriana Guerrero Valencia</a:t>
            </a:r>
          </a:p>
        </p:txBody>
      </p:sp>
    </p:spTree>
    <p:extLst>
      <p:ext uri="{BB962C8B-B14F-4D97-AF65-F5344CB8AC3E}">
        <p14:creationId xmlns:p14="http://schemas.microsoft.com/office/powerpoint/2010/main" val="1673893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CD1773B2-69D7-3B97-B592-E594A1A7FB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0934"/>
            <a:ext cx="11466513" cy="6847065"/>
          </a:xfrm>
          <a:prstGeom prst="rect">
            <a:avLst/>
          </a:prstGeom>
        </p:spPr>
      </p:pic>
      <p:sp>
        <p:nvSpPr>
          <p:cNvPr id="16" name="Título 15">
            <a:extLst>
              <a:ext uri="{FF2B5EF4-FFF2-40B4-BE49-F238E27FC236}">
                <a16:creationId xmlns:a16="http://schemas.microsoft.com/office/drawing/2014/main" id="{EDEC9767-1B30-5160-F0A9-F3638EC1F3FE}"/>
              </a:ext>
            </a:extLst>
          </p:cNvPr>
          <p:cNvSpPr>
            <a:spLocks noGrp="1"/>
          </p:cNvSpPr>
          <p:nvPr>
            <p:ph type="title"/>
          </p:nvPr>
        </p:nvSpPr>
        <p:spPr/>
        <p:txBody>
          <a:bodyPr>
            <a:normAutofit/>
          </a:bodyPr>
          <a:lstStyle/>
          <a:p>
            <a:r>
              <a:rPr lang="es-CO" sz="4400" dirty="0"/>
              <a:t>INTRODUCCIÓN </a:t>
            </a:r>
          </a:p>
        </p:txBody>
      </p:sp>
      <p:sp>
        <p:nvSpPr>
          <p:cNvPr id="17" name="Marcador de contenido 16">
            <a:extLst>
              <a:ext uri="{FF2B5EF4-FFF2-40B4-BE49-F238E27FC236}">
                <a16:creationId xmlns:a16="http://schemas.microsoft.com/office/drawing/2014/main" id="{E30E339D-29F2-BD27-7BE9-428AD050BF1A}"/>
              </a:ext>
            </a:extLst>
          </p:cNvPr>
          <p:cNvSpPr>
            <a:spLocks noGrp="1"/>
          </p:cNvSpPr>
          <p:nvPr>
            <p:ph idx="1"/>
          </p:nvPr>
        </p:nvSpPr>
        <p:spPr/>
        <p:txBody>
          <a:bodyPr>
            <a:normAutofit/>
          </a:bodyPr>
          <a:lstStyle/>
          <a:p>
            <a:pPr algn="just"/>
            <a:r>
              <a:rPr lang="es-ES" dirty="0"/>
              <a:t>El cambio climático ha incrementado la necesidad de monitorear las condiciones atmosféricas en tiempo real. Las estaciones meteorológicas comerciales, aunque precisas, suelen tener costos elevados que limitan su implementación en comunidades o instituciones educativas con recursos limitados.</a:t>
            </a:r>
          </a:p>
          <a:p>
            <a:r>
              <a:rPr lang="es-ES" dirty="0"/>
              <a:t>Este proyecto propone el diseño de una </a:t>
            </a:r>
            <a:r>
              <a:rPr lang="es-ES" b="1" dirty="0"/>
              <a:t>estación meteorológica de bajo costo</a:t>
            </a:r>
            <a:r>
              <a:rPr lang="es-ES" dirty="0"/>
              <a:t>, capaz de medir temperatura, humedad y radiación solar de manera accesible y sostenible.</a:t>
            </a:r>
          </a:p>
          <a:p>
            <a:endParaRPr lang="es-CO" dirty="0"/>
          </a:p>
        </p:txBody>
      </p:sp>
    </p:spTree>
    <p:extLst>
      <p:ext uri="{BB962C8B-B14F-4D97-AF65-F5344CB8AC3E}">
        <p14:creationId xmlns:p14="http://schemas.microsoft.com/office/powerpoint/2010/main" val="2383983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6E664-4762-1605-284B-C9DE3C408BF8}"/>
            </a:ext>
          </a:extLst>
        </p:cNvPr>
        <p:cNvGrpSpPr/>
        <p:nvPr/>
      </p:nvGrpSpPr>
      <p:grpSpPr>
        <a:xfrm>
          <a:off x="0" y="0"/>
          <a:ext cx="0" cy="0"/>
          <a:chOff x="0" y="0"/>
          <a:chExt cx="0" cy="0"/>
        </a:xfrm>
      </p:grpSpPr>
      <p:pic>
        <p:nvPicPr>
          <p:cNvPr id="15" name="Imagen 14">
            <a:extLst>
              <a:ext uri="{FF2B5EF4-FFF2-40B4-BE49-F238E27FC236}">
                <a16:creationId xmlns:a16="http://schemas.microsoft.com/office/drawing/2014/main" id="{05AE0EE3-4E73-D21D-BD7B-09C62F95D3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0934"/>
            <a:ext cx="11466513" cy="6847065"/>
          </a:xfrm>
          <a:prstGeom prst="rect">
            <a:avLst/>
          </a:prstGeom>
        </p:spPr>
      </p:pic>
      <p:sp>
        <p:nvSpPr>
          <p:cNvPr id="16" name="Título 15">
            <a:extLst>
              <a:ext uri="{FF2B5EF4-FFF2-40B4-BE49-F238E27FC236}">
                <a16:creationId xmlns:a16="http://schemas.microsoft.com/office/drawing/2014/main" id="{315D50D7-E1D1-6E88-0283-7452B9C8A0C6}"/>
              </a:ext>
            </a:extLst>
          </p:cNvPr>
          <p:cNvSpPr>
            <a:spLocks noGrp="1"/>
          </p:cNvSpPr>
          <p:nvPr>
            <p:ph type="title"/>
          </p:nvPr>
        </p:nvSpPr>
        <p:spPr/>
        <p:txBody>
          <a:bodyPr>
            <a:normAutofit/>
          </a:bodyPr>
          <a:lstStyle/>
          <a:p>
            <a:r>
              <a:rPr lang="es-CO" sz="4400" dirty="0"/>
              <a:t>OBJETIVOS</a:t>
            </a:r>
          </a:p>
        </p:txBody>
      </p:sp>
      <p:sp>
        <p:nvSpPr>
          <p:cNvPr id="17" name="Marcador de contenido 16">
            <a:extLst>
              <a:ext uri="{FF2B5EF4-FFF2-40B4-BE49-F238E27FC236}">
                <a16:creationId xmlns:a16="http://schemas.microsoft.com/office/drawing/2014/main" id="{5BE2A1CB-E04F-63CB-8E59-501428B69662}"/>
              </a:ext>
            </a:extLst>
          </p:cNvPr>
          <p:cNvSpPr>
            <a:spLocks noGrp="1"/>
          </p:cNvSpPr>
          <p:nvPr>
            <p:ph idx="1"/>
          </p:nvPr>
        </p:nvSpPr>
        <p:spPr>
          <a:xfrm>
            <a:off x="788321" y="1464547"/>
            <a:ext cx="9889867" cy="4351338"/>
          </a:xfrm>
        </p:spPr>
        <p:txBody>
          <a:bodyPr>
            <a:normAutofit lnSpcReduction="10000"/>
          </a:bodyPr>
          <a:lstStyle/>
          <a:p>
            <a:pPr marL="0" indent="0" algn="ctr">
              <a:buNone/>
            </a:pPr>
            <a:r>
              <a:rPr lang="es-ES" b="1" dirty="0"/>
              <a:t>Objetivo general</a:t>
            </a:r>
          </a:p>
          <a:p>
            <a:pPr marL="0" indent="0" algn="just">
              <a:buNone/>
            </a:pPr>
            <a:r>
              <a:rPr lang="es-ES" dirty="0"/>
              <a:t>Diseñar e implementar una estación meteorológica de bajo costo basada en </a:t>
            </a:r>
            <a:r>
              <a:rPr lang="es-ES" b="1" dirty="0"/>
              <a:t>Arduino UNO</a:t>
            </a:r>
            <a:r>
              <a:rPr lang="es-ES" dirty="0"/>
              <a:t> para monitorear temperatura, humedad, radiación UV e intensidad lumínica.</a:t>
            </a:r>
          </a:p>
          <a:p>
            <a:pPr marL="0" indent="0">
              <a:buNone/>
            </a:pPr>
            <a:endParaRPr lang="es-ES" dirty="0"/>
          </a:p>
          <a:p>
            <a:pPr marL="0" indent="0" algn="ctr">
              <a:buNone/>
            </a:pPr>
            <a:r>
              <a:rPr lang="es-ES" b="1" dirty="0"/>
              <a:t>Objetivos específicos</a:t>
            </a:r>
          </a:p>
          <a:p>
            <a:pPr marL="514350" indent="-514350" algn="just">
              <a:buFont typeface="+mj-lt"/>
              <a:buAutoNum type="arabicPeriod"/>
            </a:pPr>
            <a:r>
              <a:rPr lang="es-ES" dirty="0"/>
              <a:t>Integrar los sensores </a:t>
            </a:r>
            <a:r>
              <a:rPr lang="es-ES" b="1" dirty="0"/>
              <a:t>DHT11</a:t>
            </a:r>
            <a:r>
              <a:rPr lang="es-ES" dirty="0"/>
              <a:t> y </a:t>
            </a:r>
            <a:r>
              <a:rPr lang="es-ES" b="1" dirty="0"/>
              <a:t>SI1145</a:t>
            </a:r>
            <a:r>
              <a:rPr lang="es-ES" dirty="0"/>
              <a:t> para la medición de variables ambientales.</a:t>
            </a:r>
          </a:p>
          <a:p>
            <a:pPr marL="514350" indent="-514350" algn="just">
              <a:buFont typeface="+mj-lt"/>
              <a:buAutoNum type="arabicPeriod"/>
            </a:pPr>
            <a:r>
              <a:rPr lang="es-ES" dirty="0"/>
              <a:t>Desarrollar el software para la adquisición y visualización de datos.</a:t>
            </a:r>
          </a:p>
          <a:p>
            <a:pPr marL="514350" indent="-514350" algn="just">
              <a:buFont typeface="+mj-lt"/>
              <a:buAutoNum type="arabicPeriod"/>
            </a:pPr>
            <a:r>
              <a:rPr lang="es-ES" dirty="0"/>
              <a:t>Evaluar el desempeño del sistema frente a instrumentos de referencia.</a:t>
            </a:r>
          </a:p>
          <a:p>
            <a:endParaRPr lang="es-CO" dirty="0"/>
          </a:p>
        </p:txBody>
      </p:sp>
    </p:spTree>
    <p:extLst>
      <p:ext uri="{BB962C8B-B14F-4D97-AF65-F5344CB8AC3E}">
        <p14:creationId xmlns:p14="http://schemas.microsoft.com/office/powerpoint/2010/main" val="19279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FA1C1-853F-646F-C9A1-DC4D3E7BE458}"/>
            </a:ext>
          </a:extLst>
        </p:cNvPr>
        <p:cNvGrpSpPr/>
        <p:nvPr/>
      </p:nvGrpSpPr>
      <p:grpSpPr>
        <a:xfrm>
          <a:off x="0" y="0"/>
          <a:ext cx="0" cy="0"/>
          <a:chOff x="0" y="0"/>
          <a:chExt cx="0" cy="0"/>
        </a:xfrm>
      </p:grpSpPr>
      <p:pic>
        <p:nvPicPr>
          <p:cNvPr id="15" name="Imagen 14">
            <a:extLst>
              <a:ext uri="{FF2B5EF4-FFF2-40B4-BE49-F238E27FC236}">
                <a16:creationId xmlns:a16="http://schemas.microsoft.com/office/drawing/2014/main" id="{B3118905-FD63-96EE-D64A-60C106B876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0934"/>
            <a:ext cx="11466513" cy="6847065"/>
          </a:xfrm>
          <a:prstGeom prst="rect">
            <a:avLst/>
          </a:prstGeom>
        </p:spPr>
      </p:pic>
      <p:sp>
        <p:nvSpPr>
          <p:cNvPr id="16" name="Título 15">
            <a:extLst>
              <a:ext uri="{FF2B5EF4-FFF2-40B4-BE49-F238E27FC236}">
                <a16:creationId xmlns:a16="http://schemas.microsoft.com/office/drawing/2014/main" id="{337ECF74-46A0-AB3A-A673-4076E2CA1315}"/>
              </a:ext>
            </a:extLst>
          </p:cNvPr>
          <p:cNvSpPr>
            <a:spLocks noGrp="1"/>
          </p:cNvSpPr>
          <p:nvPr>
            <p:ph type="title"/>
          </p:nvPr>
        </p:nvSpPr>
        <p:spPr/>
        <p:txBody>
          <a:bodyPr>
            <a:normAutofit/>
          </a:bodyPr>
          <a:lstStyle/>
          <a:p>
            <a:r>
              <a:rPr lang="es-CO" sz="4400" dirty="0"/>
              <a:t>VARIABLES ATMOSFÉRICAS Y SENSORES</a:t>
            </a:r>
          </a:p>
        </p:txBody>
      </p:sp>
      <p:sp>
        <p:nvSpPr>
          <p:cNvPr id="3" name="Marcador de texto 2">
            <a:extLst>
              <a:ext uri="{FF2B5EF4-FFF2-40B4-BE49-F238E27FC236}">
                <a16:creationId xmlns:a16="http://schemas.microsoft.com/office/drawing/2014/main" id="{A0C304E0-FEF7-68BA-92F1-CB315862880E}"/>
              </a:ext>
            </a:extLst>
          </p:cNvPr>
          <p:cNvSpPr>
            <a:spLocks noGrp="1"/>
          </p:cNvSpPr>
          <p:nvPr>
            <p:ph idx="1"/>
          </p:nvPr>
        </p:nvSpPr>
        <p:spPr/>
        <p:txBody>
          <a:bodyPr/>
          <a:lstStyle/>
          <a:p>
            <a:pPr marL="0" indent="0">
              <a:buNone/>
            </a:pPr>
            <a:r>
              <a:rPr lang="es-ES" sz="2800" b="1" dirty="0"/>
              <a:t>Variables medidas:</a:t>
            </a:r>
            <a:endParaRPr lang="es-ES" sz="2800" dirty="0"/>
          </a:p>
          <a:p>
            <a:r>
              <a:rPr lang="es-ES" sz="2800" b="1" dirty="0"/>
              <a:t> </a:t>
            </a:r>
            <a:r>
              <a:rPr lang="es-CO" sz="2800" dirty="0"/>
              <a:t>🌡️ </a:t>
            </a:r>
            <a:r>
              <a:rPr lang="es-ES" sz="2800" b="1" dirty="0"/>
              <a:t>Temperatura (°C):</a:t>
            </a:r>
            <a:r>
              <a:rPr lang="es-ES" sz="2800" dirty="0"/>
              <a:t> medida por el DHT11, rango 0–50°C, precisión ±2°C.</a:t>
            </a:r>
          </a:p>
          <a:p>
            <a:r>
              <a:rPr lang="es-CO" sz="2800" dirty="0"/>
              <a:t>💧</a:t>
            </a:r>
            <a:r>
              <a:rPr lang="es-ES" sz="2800" b="1" dirty="0"/>
              <a:t>Humedad relativa (%):</a:t>
            </a:r>
            <a:r>
              <a:rPr lang="es-ES" sz="2800" dirty="0"/>
              <a:t> rango 20–80%, precisión ±5%.</a:t>
            </a:r>
          </a:p>
          <a:p>
            <a:r>
              <a:rPr lang="es-CO" sz="2800" dirty="0"/>
              <a:t>☀️</a:t>
            </a:r>
            <a:r>
              <a:rPr lang="es-ES" sz="2800" b="1" dirty="0"/>
              <a:t>Radiación solar y UV:</a:t>
            </a:r>
            <a:r>
              <a:rPr lang="es-ES" sz="2800" dirty="0"/>
              <a:t> detectada por el sensor SI1145.</a:t>
            </a:r>
            <a:br>
              <a:rPr lang="es-ES" sz="2800" dirty="0"/>
            </a:br>
            <a:r>
              <a:rPr lang="es-ES" sz="2800" dirty="0"/>
              <a:t>El sensor distingue radiación </a:t>
            </a:r>
            <a:r>
              <a:rPr lang="es-ES" sz="2800" b="1" dirty="0"/>
              <a:t>directa, difusa y global</a:t>
            </a:r>
            <a:r>
              <a:rPr lang="es-ES" sz="2800" dirty="0"/>
              <a:t>, e identifica los niveles de radiación </a:t>
            </a:r>
            <a:r>
              <a:rPr lang="es-ES" sz="2800" b="1" dirty="0"/>
              <a:t>UVA y UVB</a:t>
            </a:r>
            <a:r>
              <a:rPr lang="es-ES" sz="2800" dirty="0"/>
              <a:t> para calcular el </a:t>
            </a:r>
            <a:r>
              <a:rPr lang="es-ES" sz="2800" b="1" dirty="0"/>
              <a:t>índice UV</a:t>
            </a:r>
            <a:r>
              <a:rPr lang="es-ES" sz="2800" dirty="0"/>
              <a:t>.</a:t>
            </a:r>
          </a:p>
          <a:p>
            <a:endParaRPr lang="es-CO" dirty="0"/>
          </a:p>
        </p:txBody>
      </p:sp>
    </p:spTree>
    <p:extLst>
      <p:ext uri="{BB962C8B-B14F-4D97-AF65-F5344CB8AC3E}">
        <p14:creationId xmlns:p14="http://schemas.microsoft.com/office/powerpoint/2010/main" val="1867268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20DBC-954A-A9F1-4061-7D2B43237574}"/>
            </a:ext>
          </a:extLst>
        </p:cNvPr>
        <p:cNvGrpSpPr/>
        <p:nvPr/>
      </p:nvGrpSpPr>
      <p:grpSpPr>
        <a:xfrm>
          <a:off x="0" y="0"/>
          <a:ext cx="0" cy="0"/>
          <a:chOff x="0" y="0"/>
          <a:chExt cx="0" cy="0"/>
        </a:xfrm>
      </p:grpSpPr>
      <p:pic>
        <p:nvPicPr>
          <p:cNvPr id="15" name="Imagen 14">
            <a:extLst>
              <a:ext uri="{FF2B5EF4-FFF2-40B4-BE49-F238E27FC236}">
                <a16:creationId xmlns:a16="http://schemas.microsoft.com/office/drawing/2014/main" id="{39749566-1E62-DCB5-9D21-52CECAC18D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0935"/>
            <a:ext cx="11466513" cy="6847065"/>
          </a:xfrm>
          <a:prstGeom prst="rect">
            <a:avLst/>
          </a:prstGeom>
        </p:spPr>
      </p:pic>
      <p:sp>
        <p:nvSpPr>
          <p:cNvPr id="16" name="Título 15">
            <a:extLst>
              <a:ext uri="{FF2B5EF4-FFF2-40B4-BE49-F238E27FC236}">
                <a16:creationId xmlns:a16="http://schemas.microsoft.com/office/drawing/2014/main" id="{9A149C67-4889-90D9-78CC-764DEF99FC0C}"/>
              </a:ext>
            </a:extLst>
          </p:cNvPr>
          <p:cNvSpPr>
            <a:spLocks noGrp="1"/>
          </p:cNvSpPr>
          <p:nvPr>
            <p:ph type="title"/>
          </p:nvPr>
        </p:nvSpPr>
        <p:spPr/>
        <p:txBody>
          <a:bodyPr>
            <a:normAutofit/>
          </a:bodyPr>
          <a:lstStyle/>
          <a:p>
            <a:r>
              <a:rPr lang="es-ES" sz="4400" dirty="0"/>
              <a:t>SENSORES SI1145 Y DHT11</a:t>
            </a:r>
            <a:endParaRPr lang="es-CO" sz="4400" dirty="0"/>
          </a:p>
        </p:txBody>
      </p:sp>
      <p:sp>
        <p:nvSpPr>
          <p:cNvPr id="10" name="Marcador de contenido 9">
            <a:extLst>
              <a:ext uri="{FF2B5EF4-FFF2-40B4-BE49-F238E27FC236}">
                <a16:creationId xmlns:a16="http://schemas.microsoft.com/office/drawing/2014/main" id="{EBE2793A-3F8C-A73C-EFC5-7A160D9F5F68}"/>
              </a:ext>
            </a:extLst>
          </p:cNvPr>
          <p:cNvSpPr>
            <a:spLocks noGrp="1"/>
          </p:cNvSpPr>
          <p:nvPr>
            <p:ph idx="1"/>
          </p:nvPr>
        </p:nvSpPr>
        <p:spPr>
          <a:xfrm>
            <a:off x="1369987" y="1563221"/>
            <a:ext cx="4110878" cy="1340822"/>
          </a:xfrm>
        </p:spPr>
        <p:txBody>
          <a:bodyPr>
            <a:normAutofit fontScale="92500"/>
          </a:bodyPr>
          <a:lstStyle/>
          <a:p>
            <a:pPr marL="0" indent="0" algn="just">
              <a:buNone/>
            </a:pPr>
            <a:r>
              <a:rPr lang="es-ES" b="1" dirty="0"/>
              <a:t>Sensor DHT11:</a:t>
            </a:r>
            <a:r>
              <a:rPr lang="es-ES" dirty="0"/>
              <a:t> mide temperatura y humedad con bajo costo y buena estabilidad.</a:t>
            </a:r>
          </a:p>
        </p:txBody>
      </p:sp>
      <p:pic>
        <p:nvPicPr>
          <p:cNvPr id="11" name="Imagen 10">
            <a:extLst>
              <a:ext uri="{FF2B5EF4-FFF2-40B4-BE49-F238E27FC236}">
                <a16:creationId xmlns:a16="http://schemas.microsoft.com/office/drawing/2014/main" id="{FCBB6AE9-4D93-9311-1AAA-E13949A7936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75957" y="1563221"/>
            <a:ext cx="2779942" cy="1270575"/>
          </a:xfrm>
          <a:prstGeom prst="rect">
            <a:avLst/>
          </a:prstGeom>
          <a:noFill/>
        </p:spPr>
      </p:pic>
      <p:pic>
        <p:nvPicPr>
          <p:cNvPr id="12" name="Imagen 11">
            <a:extLst>
              <a:ext uri="{FF2B5EF4-FFF2-40B4-BE49-F238E27FC236}">
                <a16:creationId xmlns:a16="http://schemas.microsoft.com/office/drawing/2014/main" id="{346DF6D3-4E4E-1D3B-E217-897DD0641BD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246859" y="3592088"/>
            <a:ext cx="2909040" cy="2081615"/>
          </a:xfrm>
          <a:prstGeom prst="rect">
            <a:avLst/>
          </a:prstGeom>
          <a:noFill/>
        </p:spPr>
      </p:pic>
      <p:sp>
        <p:nvSpPr>
          <p:cNvPr id="2" name="Rectángulo: esquinas redondeadas 1">
            <a:extLst>
              <a:ext uri="{FF2B5EF4-FFF2-40B4-BE49-F238E27FC236}">
                <a16:creationId xmlns:a16="http://schemas.microsoft.com/office/drawing/2014/main" id="{697D3F7E-F7CB-79CB-70D6-F7667D58FA94}"/>
              </a:ext>
            </a:extLst>
          </p:cNvPr>
          <p:cNvSpPr/>
          <p:nvPr/>
        </p:nvSpPr>
        <p:spPr>
          <a:xfrm>
            <a:off x="1022555" y="1219199"/>
            <a:ext cx="8760542" cy="202886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3" name="Marcador de contenido 9">
            <a:extLst>
              <a:ext uri="{FF2B5EF4-FFF2-40B4-BE49-F238E27FC236}">
                <a16:creationId xmlns:a16="http://schemas.microsoft.com/office/drawing/2014/main" id="{D0A94BD5-40B9-9E92-A719-C86ED96DEB7C}"/>
              </a:ext>
            </a:extLst>
          </p:cNvPr>
          <p:cNvSpPr txBox="1">
            <a:spLocks/>
          </p:cNvSpPr>
          <p:nvPr/>
        </p:nvSpPr>
        <p:spPr>
          <a:xfrm>
            <a:off x="1369986" y="3814577"/>
            <a:ext cx="4139785" cy="1859126"/>
          </a:xfrm>
          <a:prstGeom prst="rect">
            <a:avLst/>
          </a:prstGeom>
        </p:spPr>
        <p:txBody>
          <a:bodyPr vert="horz" lIns="91440" tIns="45720" rIns="91440" bIns="45720" rtlCol="0">
            <a:normAutofit lnSpcReduction="10000"/>
          </a:bodyPr>
          <a:lstStyle>
            <a:lvl1pPr marL="214998" indent="-214998" algn="l" defTabSz="859993" rtl="0" eaLnBrk="1" latinLnBrk="0" hangingPunct="1">
              <a:lnSpc>
                <a:spcPct val="90000"/>
              </a:lnSpc>
              <a:spcBef>
                <a:spcPts val="940"/>
              </a:spcBef>
              <a:buFont typeface="Arial" panose="020B0604020202020204" pitchFamily="34" charset="0"/>
              <a:buChar char="•"/>
              <a:defRPr sz="2633" kern="1200">
                <a:solidFill>
                  <a:schemeClr val="tx1"/>
                </a:solidFill>
                <a:latin typeface="+mn-lt"/>
                <a:ea typeface="+mn-ea"/>
                <a:cs typeface="+mn-cs"/>
              </a:defRPr>
            </a:lvl1pPr>
            <a:lvl2pPr marL="644995" indent="-214998" algn="l" defTabSz="859993" rtl="0" eaLnBrk="1" latinLnBrk="0" hangingPunct="1">
              <a:lnSpc>
                <a:spcPct val="90000"/>
              </a:lnSpc>
              <a:spcBef>
                <a:spcPts val="470"/>
              </a:spcBef>
              <a:buFont typeface="Arial" panose="020B0604020202020204" pitchFamily="34" charset="0"/>
              <a:buChar char="•"/>
              <a:defRPr sz="2257" kern="1200">
                <a:solidFill>
                  <a:schemeClr val="tx1"/>
                </a:solidFill>
                <a:latin typeface="+mn-lt"/>
                <a:ea typeface="+mn-ea"/>
                <a:cs typeface="+mn-cs"/>
              </a:defRPr>
            </a:lvl2pPr>
            <a:lvl3pPr marL="1074992" indent="-214998" algn="l" defTabSz="859993" rtl="0" eaLnBrk="1" latinLnBrk="0" hangingPunct="1">
              <a:lnSpc>
                <a:spcPct val="90000"/>
              </a:lnSpc>
              <a:spcBef>
                <a:spcPts val="470"/>
              </a:spcBef>
              <a:buFont typeface="Arial" panose="020B0604020202020204" pitchFamily="34" charset="0"/>
              <a:buChar char="•"/>
              <a:defRPr sz="1881" kern="1200">
                <a:solidFill>
                  <a:schemeClr val="tx1"/>
                </a:solidFill>
                <a:latin typeface="+mn-lt"/>
                <a:ea typeface="+mn-ea"/>
                <a:cs typeface="+mn-cs"/>
              </a:defRPr>
            </a:lvl3pPr>
            <a:lvl4pPr marL="1504988" indent="-214998" algn="l" defTabSz="859993" rtl="0" eaLnBrk="1" latinLnBrk="0" hangingPunct="1">
              <a:lnSpc>
                <a:spcPct val="90000"/>
              </a:lnSpc>
              <a:spcBef>
                <a:spcPts val="470"/>
              </a:spcBef>
              <a:buFont typeface="Arial" panose="020B0604020202020204" pitchFamily="34" charset="0"/>
              <a:buChar char="•"/>
              <a:defRPr sz="1693" kern="1200">
                <a:solidFill>
                  <a:schemeClr val="tx1"/>
                </a:solidFill>
                <a:latin typeface="+mn-lt"/>
                <a:ea typeface="+mn-ea"/>
                <a:cs typeface="+mn-cs"/>
              </a:defRPr>
            </a:lvl4pPr>
            <a:lvl5pPr marL="1934985" indent="-214998" algn="l" defTabSz="859993" rtl="0" eaLnBrk="1" latinLnBrk="0" hangingPunct="1">
              <a:lnSpc>
                <a:spcPct val="90000"/>
              </a:lnSpc>
              <a:spcBef>
                <a:spcPts val="470"/>
              </a:spcBef>
              <a:buFont typeface="Arial" panose="020B0604020202020204" pitchFamily="34" charset="0"/>
              <a:buChar char="•"/>
              <a:defRPr sz="1693" kern="1200">
                <a:solidFill>
                  <a:schemeClr val="tx1"/>
                </a:solidFill>
                <a:latin typeface="+mn-lt"/>
                <a:ea typeface="+mn-ea"/>
                <a:cs typeface="+mn-cs"/>
              </a:defRPr>
            </a:lvl5pPr>
            <a:lvl6pPr marL="2364981" indent="-214998" algn="l" defTabSz="859993" rtl="0" eaLnBrk="1" latinLnBrk="0" hangingPunct="1">
              <a:lnSpc>
                <a:spcPct val="90000"/>
              </a:lnSpc>
              <a:spcBef>
                <a:spcPts val="470"/>
              </a:spcBef>
              <a:buFont typeface="Arial" panose="020B0604020202020204" pitchFamily="34" charset="0"/>
              <a:buChar char="•"/>
              <a:defRPr sz="1693" kern="1200">
                <a:solidFill>
                  <a:schemeClr val="tx1"/>
                </a:solidFill>
                <a:latin typeface="+mn-lt"/>
                <a:ea typeface="+mn-ea"/>
                <a:cs typeface="+mn-cs"/>
              </a:defRPr>
            </a:lvl6pPr>
            <a:lvl7pPr marL="2794978" indent="-214998" algn="l" defTabSz="859993" rtl="0" eaLnBrk="1" latinLnBrk="0" hangingPunct="1">
              <a:lnSpc>
                <a:spcPct val="90000"/>
              </a:lnSpc>
              <a:spcBef>
                <a:spcPts val="470"/>
              </a:spcBef>
              <a:buFont typeface="Arial" panose="020B0604020202020204" pitchFamily="34" charset="0"/>
              <a:buChar char="•"/>
              <a:defRPr sz="1693" kern="1200">
                <a:solidFill>
                  <a:schemeClr val="tx1"/>
                </a:solidFill>
                <a:latin typeface="+mn-lt"/>
                <a:ea typeface="+mn-ea"/>
                <a:cs typeface="+mn-cs"/>
              </a:defRPr>
            </a:lvl7pPr>
            <a:lvl8pPr marL="3224975" indent="-214998" algn="l" defTabSz="859993" rtl="0" eaLnBrk="1" latinLnBrk="0" hangingPunct="1">
              <a:lnSpc>
                <a:spcPct val="90000"/>
              </a:lnSpc>
              <a:spcBef>
                <a:spcPts val="470"/>
              </a:spcBef>
              <a:buFont typeface="Arial" panose="020B0604020202020204" pitchFamily="34" charset="0"/>
              <a:buChar char="•"/>
              <a:defRPr sz="1693" kern="1200">
                <a:solidFill>
                  <a:schemeClr val="tx1"/>
                </a:solidFill>
                <a:latin typeface="+mn-lt"/>
                <a:ea typeface="+mn-ea"/>
                <a:cs typeface="+mn-cs"/>
              </a:defRPr>
            </a:lvl8pPr>
            <a:lvl9pPr marL="3654971" indent="-214998" algn="l" defTabSz="859993" rtl="0" eaLnBrk="1" latinLnBrk="0" hangingPunct="1">
              <a:lnSpc>
                <a:spcPct val="90000"/>
              </a:lnSpc>
              <a:spcBef>
                <a:spcPts val="470"/>
              </a:spcBef>
              <a:buFont typeface="Arial" panose="020B0604020202020204" pitchFamily="34" charset="0"/>
              <a:buChar char="•"/>
              <a:defRPr sz="1693" kern="1200">
                <a:solidFill>
                  <a:schemeClr val="tx1"/>
                </a:solidFill>
                <a:latin typeface="+mn-lt"/>
                <a:ea typeface="+mn-ea"/>
                <a:cs typeface="+mn-cs"/>
              </a:defRPr>
            </a:lvl9pPr>
          </a:lstStyle>
          <a:p>
            <a:pPr marL="0" indent="0" algn="just">
              <a:buNone/>
            </a:pPr>
            <a:r>
              <a:rPr lang="es-ES" b="1" dirty="0"/>
              <a:t>Sensor SI1145:</a:t>
            </a:r>
            <a:r>
              <a:rPr lang="es-ES" dirty="0"/>
              <a:t> mide luz visible, infrarroja y radiación UV con salida digital compatible con Arduino (I2C).</a:t>
            </a:r>
            <a:endParaRPr lang="es-CO" dirty="0"/>
          </a:p>
        </p:txBody>
      </p:sp>
      <p:sp>
        <p:nvSpPr>
          <p:cNvPr id="4" name="Rectángulo: esquinas redondeadas 3">
            <a:extLst>
              <a:ext uri="{FF2B5EF4-FFF2-40B4-BE49-F238E27FC236}">
                <a16:creationId xmlns:a16="http://schemas.microsoft.com/office/drawing/2014/main" id="{40403A15-2269-CE88-B6F5-A52E1BEB1F5F}"/>
              </a:ext>
            </a:extLst>
          </p:cNvPr>
          <p:cNvSpPr/>
          <p:nvPr/>
        </p:nvSpPr>
        <p:spPr>
          <a:xfrm>
            <a:off x="1022555" y="3322340"/>
            <a:ext cx="8760542" cy="24777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1860533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A2775-255B-6D76-2410-6FF99FC2DFC9}"/>
            </a:ext>
          </a:extLst>
        </p:cNvPr>
        <p:cNvGrpSpPr/>
        <p:nvPr/>
      </p:nvGrpSpPr>
      <p:grpSpPr>
        <a:xfrm>
          <a:off x="0" y="0"/>
          <a:ext cx="0" cy="0"/>
          <a:chOff x="0" y="0"/>
          <a:chExt cx="0" cy="0"/>
        </a:xfrm>
      </p:grpSpPr>
      <p:pic>
        <p:nvPicPr>
          <p:cNvPr id="15" name="Imagen 14">
            <a:extLst>
              <a:ext uri="{FF2B5EF4-FFF2-40B4-BE49-F238E27FC236}">
                <a16:creationId xmlns:a16="http://schemas.microsoft.com/office/drawing/2014/main" id="{52864D09-AEBC-0D2A-C0EE-91ACB72B89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0934"/>
            <a:ext cx="11466513" cy="6847065"/>
          </a:xfrm>
          <a:prstGeom prst="rect">
            <a:avLst/>
          </a:prstGeom>
        </p:spPr>
      </p:pic>
      <p:sp>
        <p:nvSpPr>
          <p:cNvPr id="16" name="Título 15">
            <a:extLst>
              <a:ext uri="{FF2B5EF4-FFF2-40B4-BE49-F238E27FC236}">
                <a16:creationId xmlns:a16="http://schemas.microsoft.com/office/drawing/2014/main" id="{AF6EF1F7-E07D-E10C-262F-742520D5BBA0}"/>
              </a:ext>
            </a:extLst>
          </p:cNvPr>
          <p:cNvSpPr>
            <a:spLocks noGrp="1"/>
          </p:cNvSpPr>
          <p:nvPr>
            <p:ph type="title"/>
          </p:nvPr>
        </p:nvSpPr>
        <p:spPr/>
        <p:txBody>
          <a:bodyPr>
            <a:normAutofit/>
          </a:bodyPr>
          <a:lstStyle/>
          <a:p>
            <a:r>
              <a:rPr lang="es-CO" sz="4400" dirty="0"/>
              <a:t>DISEÑO E IMPLEMENTACIÓN</a:t>
            </a:r>
          </a:p>
        </p:txBody>
      </p:sp>
      <p:sp>
        <p:nvSpPr>
          <p:cNvPr id="17" name="Marcador de contenido 16">
            <a:extLst>
              <a:ext uri="{FF2B5EF4-FFF2-40B4-BE49-F238E27FC236}">
                <a16:creationId xmlns:a16="http://schemas.microsoft.com/office/drawing/2014/main" id="{191D6650-62ED-7ADF-2137-89E3A57CECB7}"/>
              </a:ext>
            </a:extLst>
          </p:cNvPr>
          <p:cNvSpPr>
            <a:spLocks noGrp="1"/>
          </p:cNvSpPr>
          <p:nvPr>
            <p:ph idx="1"/>
          </p:nvPr>
        </p:nvSpPr>
        <p:spPr>
          <a:xfrm>
            <a:off x="788323" y="1690689"/>
            <a:ext cx="9889867" cy="4351338"/>
          </a:xfrm>
        </p:spPr>
        <p:txBody>
          <a:bodyPr>
            <a:normAutofit/>
          </a:bodyPr>
          <a:lstStyle/>
          <a:p>
            <a:pPr marL="0" indent="0">
              <a:buNone/>
            </a:pPr>
            <a:r>
              <a:rPr lang="es-ES" dirty="0"/>
              <a:t>El sistema se compone de:</a:t>
            </a:r>
          </a:p>
          <a:p>
            <a:r>
              <a:rPr lang="es-ES" b="1" dirty="0"/>
              <a:t>Arduino UNO</a:t>
            </a:r>
            <a:r>
              <a:rPr lang="es-ES" dirty="0"/>
              <a:t> como unidad central de control.</a:t>
            </a:r>
          </a:p>
          <a:p>
            <a:r>
              <a:rPr lang="es-ES" b="1" dirty="0"/>
              <a:t>Sensor DHT11</a:t>
            </a:r>
            <a:r>
              <a:rPr lang="es-ES" dirty="0"/>
              <a:t> para temperatura y humedad.</a:t>
            </a:r>
          </a:p>
          <a:p>
            <a:r>
              <a:rPr lang="es-ES" b="1" dirty="0"/>
              <a:t>Sensor SI1145</a:t>
            </a:r>
            <a:r>
              <a:rPr lang="es-ES" dirty="0"/>
              <a:t> para radiación UV y luz.</a:t>
            </a:r>
          </a:p>
          <a:p>
            <a:r>
              <a:rPr lang="es-ES" b="1" dirty="0" err="1"/>
              <a:t>Protoboard</a:t>
            </a:r>
            <a:r>
              <a:rPr lang="es-ES" b="1" dirty="0"/>
              <a:t> y cables</a:t>
            </a:r>
            <a:r>
              <a:rPr lang="es-ES" dirty="0"/>
              <a:t> para la interconexión.</a:t>
            </a:r>
          </a:p>
          <a:p>
            <a:pPr marL="0" indent="0">
              <a:buNone/>
            </a:pPr>
            <a:br>
              <a:rPr lang="es-ES" dirty="0"/>
            </a:br>
            <a:r>
              <a:rPr lang="es-ES" dirty="0"/>
              <a:t>El software fue desarrollado en </a:t>
            </a:r>
            <a:r>
              <a:rPr lang="es-ES" b="1" dirty="0"/>
              <a:t>Arduino IDE</a:t>
            </a:r>
            <a:r>
              <a:rPr lang="es-ES" dirty="0"/>
              <a:t>, permitiendo la lectura, procesamiento y visualización de datos mediante </a:t>
            </a:r>
            <a:r>
              <a:rPr lang="es-ES" b="1" dirty="0"/>
              <a:t>monitor serial o interfaz gráfica</a:t>
            </a:r>
            <a:r>
              <a:rPr lang="es-ES" dirty="0"/>
              <a:t>.</a:t>
            </a:r>
          </a:p>
        </p:txBody>
      </p:sp>
    </p:spTree>
    <p:extLst>
      <p:ext uri="{BB962C8B-B14F-4D97-AF65-F5344CB8AC3E}">
        <p14:creationId xmlns:p14="http://schemas.microsoft.com/office/powerpoint/2010/main" val="195440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8BE92-FA76-B431-E267-9E2413F35EFB}"/>
            </a:ext>
          </a:extLst>
        </p:cNvPr>
        <p:cNvGrpSpPr/>
        <p:nvPr/>
      </p:nvGrpSpPr>
      <p:grpSpPr>
        <a:xfrm>
          <a:off x="0" y="0"/>
          <a:ext cx="0" cy="0"/>
          <a:chOff x="0" y="0"/>
          <a:chExt cx="0" cy="0"/>
        </a:xfrm>
      </p:grpSpPr>
      <p:pic>
        <p:nvPicPr>
          <p:cNvPr id="15" name="Imagen 14">
            <a:extLst>
              <a:ext uri="{FF2B5EF4-FFF2-40B4-BE49-F238E27FC236}">
                <a16:creationId xmlns:a16="http://schemas.microsoft.com/office/drawing/2014/main" id="{4509344A-1A39-BA79-8E41-D8D01C2719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0934"/>
            <a:ext cx="11466513" cy="6847065"/>
          </a:xfrm>
          <a:prstGeom prst="rect">
            <a:avLst/>
          </a:prstGeom>
        </p:spPr>
      </p:pic>
      <p:sp>
        <p:nvSpPr>
          <p:cNvPr id="16" name="Título 15">
            <a:extLst>
              <a:ext uri="{FF2B5EF4-FFF2-40B4-BE49-F238E27FC236}">
                <a16:creationId xmlns:a16="http://schemas.microsoft.com/office/drawing/2014/main" id="{83FC6B68-BE8B-2907-A7C7-7275EA1C22FA}"/>
              </a:ext>
            </a:extLst>
          </p:cNvPr>
          <p:cNvSpPr>
            <a:spLocks noGrp="1"/>
          </p:cNvSpPr>
          <p:nvPr>
            <p:ph type="title"/>
          </p:nvPr>
        </p:nvSpPr>
        <p:spPr/>
        <p:txBody>
          <a:bodyPr>
            <a:normAutofit/>
          </a:bodyPr>
          <a:lstStyle/>
          <a:p>
            <a:r>
              <a:rPr lang="es-CO" sz="4400" dirty="0"/>
              <a:t>DISEÑO E IMPLEMENTACIÓN</a:t>
            </a:r>
          </a:p>
        </p:txBody>
      </p:sp>
      <p:pic>
        <p:nvPicPr>
          <p:cNvPr id="2" name="Marcador de contenido 1">
            <a:extLst>
              <a:ext uri="{FF2B5EF4-FFF2-40B4-BE49-F238E27FC236}">
                <a16:creationId xmlns:a16="http://schemas.microsoft.com/office/drawing/2014/main" id="{264A8E8D-AAAD-DFBD-EC19-7A5FE9B81896}"/>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94600" y="1998292"/>
            <a:ext cx="5129840" cy="2861416"/>
          </a:xfrm>
          <a:prstGeom prst="rect">
            <a:avLst/>
          </a:prstGeom>
          <a:noFill/>
        </p:spPr>
      </p:pic>
      <p:pic>
        <p:nvPicPr>
          <p:cNvPr id="6" name="Imagen 5">
            <a:extLst>
              <a:ext uri="{FF2B5EF4-FFF2-40B4-BE49-F238E27FC236}">
                <a16:creationId xmlns:a16="http://schemas.microsoft.com/office/drawing/2014/main" id="{C7C9CD0C-E4DC-0421-526D-2FDF1A1A54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33255" y="1787013"/>
            <a:ext cx="4699000" cy="3429000"/>
          </a:xfrm>
          <a:prstGeom prst="rect">
            <a:avLst/>
          </a:prstGeom>
        </p:spPr>
      </p:pic>
    </p:spTree>
    <p:extLst>
      <p:ext uri="{BB962C8B-B14F-4D97-AF65-F5344CB8AC3E}">
        <p14:creationId xmlns:p14="http://schemas.microsoft.com/office/powerpoint/2010/main" val="1947628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021F3-A522-697C-0B1F-D430AD16771D}"/>
            </a:ext>
          </a:extLst>
        </p:cNvPr>
        <p:cNvGrpSpPr/>
        <p:nvPr/>
      </p:nvGrpSpPr>
      <p:grpSpPr>
        <a:xfrm>
          <a:off x="0" y="0"/>
          <a:ext cx="0" cy="0"/>
          <a:chOff x="0" y="0"/>
          <a:chExt cx="0" cy="0"/>
        </a:xfrm>
      </p:grpSpPr>
      <p:pic>
        <p:nvPicPr>
          <p:cNvPr id="15" name="Imagen 14">
            <a:extLst>
              <a:ext uri="{FF2B5EF4-FFF2-40B4-BE49-F238E27FC236}">
                <a16:creationId xmlns:a16="http://schemas.microsoft.com/office/drawing/2014/main" id="{2A762D8B-715B-DB60-D8AA-D76DB9DAC6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0935"/>
            <a:ext cx="11466513" cy="6847065"/>
          </a:xfrm>
          <a:prstGeom prst="rect">
            <a:avLst/>
          </a:prstGeom>
        </p:spPr>
      </p:pic>
      <p:pic>
        <p:nvPicPr>
          <p:cNvPr id="10" name="Imagen 9">
            <a:extLst>
              <a:ext uri="{FF2B5EF4-FFF2-40B4-BE49-F238E27FC236}">
                <a16:creationId xmlns:a16="http://schemas.microsoft.com/office/drawing/2014/main" id="{E8B90BBE-C298-630A-527E-A9673031D337}"/>
              </a:ext>
            </a:extLst>
          </p:cNvPr>
          <p:cNvPicPr>
            <a:picLocks noChangeAspect="1"/>
          </p:cNvPicPr>
          <p:nvPr/>
        </p:nvPicPr>
        <p:blipFill>
          <a:blip r:embed="rId3"/>
          <a:stretch>
            <a:fillRect/>
          </a:stretch>
        </p:blipFill>
        <p:spPr>
          <a:xfrm>
            <a:off x="3000697" y="1343485"/>
            <a:ext cx="4914271" cy="4171029"/>
          </a:xfrm>
          <a:prstGeom prst="rect">
            <a:avLst/>
          </a:prstGeom>
        </p:spPr>
      </p:pic>
      <p:sp>
        <p:nvSpPr>
          <p:cNvPr id="2" name="Título 15">
            <a:extLst>
              <a:ext uri="{FF2B5EF4-FFF2-40B4-BE49-F238E27FC236}">
                <a16:creationId xmlns:a16="http://schemas.microsoft.com/office/drawing/2014/main" id="{F226B1E7-ADE5-267F-94CA-0840121ACBC4}"/>
              </a:ext>
            </a:extLst>
          </p:cNvPr>
          <p:cNvSpPr>
            <a:spLocks noGrp="1"/>
          </p:cNvSpPr>
          <p:nvPr>
            <p:ph type="title"/>
          </p:nvPr>
        </p:nvSpPr>
        <p:spPr>
          <a:xfrm>
            <a:off x="788324" y="365126"/>
            <a:ext cx="8630980" cy="978359"/>
          </a:xfrm>
        </p:spPr>
        <p:txBody>
          <a:bodyPr>
            <a:normAutofit/>
          </a:bodyPr>
          <a:lstStyle/>
          <a:p>
            <a:r>
              <a:rPr lang="es-CO" sz="4000" dirty="0"/>
              <a:t>INTERFAZ PARA LECTURA DE DATOS</a:t>
            </a:r>
          </a:p>
        </p:txBody>
      </p:sp>
    </p:spTree>
    <p:extLst>
      <p:ext uri="{BB962C8B-B14F-4D97-AF65-F5344CB8AC3E}">
        <p14:creationId xmlns:p14="http://schemas.microsoft.com/office/powerpoint/2010/main" val="2989566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EDA13-0D2A-E47B-370A-7759B7FE14D9}"/>
            </a:ext>
          </a:extLst>
        </p:cNvPr>
        <p:cNvGrpSpPr/>
        <p:nvPr/>
      </p:nvGrpSpPr>
      <p:grpSpPr>
        <a:xfrm>
          <a:off x="0" y="0"/>
          <a:ext cx="0" cy="0"/>
          <a:chOff x="0" y="0"/>
          <a:chExt cx="0" cy="0"/>
        </a:xfrm>
      </p:grpSpPr>
      <p:pic>
        <p:nvPicPr>
          <p:cNvPr id="15" name="Imagen 14">
            <a:extLst>
              <a:ext uri="{FF2B5EF4-FFF2-40B4-BE49-F238E27FC236}">
                <a16:creationId xmlns:a16="http://schemas.microsoft.com/office/drawing/2014/main" id="{874A5F56-6660-875C-3A15-D03FA98727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0934"/>
            <a:ext cx="11466513" cy="6847065"/>
          </a:xfrm>
          <a:prstGeom prst="rect">
            <a:avLst/>
          </a:prstGeom>
        </p:spPr>
      </p:pic>
      <p:sp>
        <p:nvSpPr>
          <p:cNvPr id="16" name="Título 15">
            <a:extLst>
              <a:ext uri="{FF2B5EF4-FFF2-40B4-BE49-F238E27FC236}">
                <a16:creationId xmlns:a16="http://schemas.microsoft.com/office/drawing/2014/main" id="{324F84FF-64D9-7444-257B-8F8DB91D3CFB}"/>
              </a:ext>
            </a:extLst>
          </p:cNvPr>
          <p:cNvSpPr>
            <a:spLocks noGrp="1"/>
          </p:cNvSpPr>
          <p:nvPr>
            <p:ph type="title"/>
          </p:nvPr>
        </p:nvSpPr>
        <p:spPr/>
        <p:txBody>
          <a:bodyPr>
            <a:normAutofit/>
          </a:bodyPr>
          <a:lstStyle/>
          <a:p>
            <a:r>
              <a:rPr lang="es-CO" sz="4400" dirty="0"/>
              <a:t>RESULTADOS Y PRUEBAS</a:t>
            </a:r>
          </a:p>
        </p:txBody>
      </p:sp>
      <p:sp>
        <p:nvSpPr>
          <p:cNvPr id="17" name="Marcador de contenido 16">
            <a:extLst>
              <a:ext uri="{FF2B5EF4-FFF2-40B4-BE49-F238E27FC236}">
                <a16:creationId xmlns:a16="http://schemas.microsoft.com/office/drawing/2014/main" id="{006BE98B-EE73-0AFB-88E8-655211BAD657}"/>
              </a:ext>
            </a:extLst>
          </p:cNvPr>
          <p:cNvSpPr>
            <a:spLocks noGrp="1"/>
          </p:cNvSpPr>
          <p:nvPr>
            <p:ph idx="1"/>
          </p:nvPr>
        </p:nvSpPr>
        <p:spPr>
          <a:xfrm>
            <a:off x="788323" y="1690689"/>
            <a:ext cx="5406000" cy="3916483"/>
          </a:xfrm>
        </p:spPr>
        <p:txBody>
          <a:bodyPr>
            <a:normAutofit fontScale="92500" lnSpcReduction="20000"/>
          </a:bodyPr>
          <a:lstStyle/>
          <a:p>
            <a:pPr algn="just">
              <a:buFont typeface="Wingdings" panose="05000000000000000000" pitchFamily="2" charset="2"/>
              <a:buChar char="Ø"/>
            </a:pPr>
            <a:r>
              <a:rPr lang="es-ES" b="1" dirty="0"/>
              <a:t>Durante las pruebas, la estación mostró lecturas estables y coherentes con las obtenidas por instrumentos de referencia.</a:t>
            </a:r>
            <a:br>
              <a:rPr lang="es-ES" dirty="0"/>
            </a:br>
            <a:endParaRPr lang="es-ES" dirty="0"/>
          </a:p>
          <a:p>
            <a:pPr algn="just">
              <a:buFont typeface="Wingdings" panose="05000000000000000000" pitchFamily="2" charset="2"/>
              <a:buChar char="Ø"/>
            </a:pPr>
            <a:r>
              <a:rPr lang="es-ES" b="1" dirty="0"/>
              <a:t>El margen de error promedio fue de ±2°C en temperatura y ±5% en humedad.</a:t>
            </a:r>
          </a:p>
          <a:p>
            <a:pPr algn="just">
              <a:buFont typeface="Wingdings" panose="05000000000000000000" pitchFamily="2" charset="2"/>
              <a:buChar char="Ø"/>
            </a:pPr>
            <a:endParaRPr lang="es-ES" dirty="0"/>
          </a:p>
          <a:p>
            <a:pPr algn="just">
              <a:buFont typeface="Wingdings" panose="05000000000000000000" pitchFamily="2" charset="2"/>
              <a:buChar char="Ø"/>
            </a:pPr>
            <a:r>
              <a:rPr lang="es-ES" dirty="0"/>
              <a:t> </a:t>
            </a:r>
            <a:r>
              <a:rPr lang="es-ES" b="1" dirty="0"/>
              <a:t>La radiación UV coincidió con los valores esperados según la hora y las condiciones solares del día.</a:t>
            </a:r>
          </a:p>
          <a:p>
            <a:pPr algn="just"/>
            <a:endParaRPr lang="es-ES" dirty="0"/>
          </a:p>
        </p:txBody>
      </p:sp>
      <p:grpSp>
        <p:nvGrpSpPr>
          <p:cNvPr id="2" name="Grupo 1">
            <a:extLst>
              <a:ext uri="{FF2B5EF4-FFF2-40B4-BE49-F238E27FC236}">
                <a16:creationId xmlns:a16="http://schemas.microsoft.com/office/drawing/2014/main" id="{F86E0FE7-4728-D31A-6B20-12720C7F5794}"/>
              </a:ext>
            </a:extLst>
          </p:cNvPr>
          <p:cNvGrpSpPr/>
          <p:nvPr/>
        </p:nvGrpSpPr>
        <p:grpSpPr>
          <a:xfrm>
            <a:off x="6599188" y="1392100"/>
            <a:ext cx="3833533" cy="4073800"/>
            <a:chOff x="5634931" y="1690688"/>
            <a:chExt cx="3833533" cy="4073800"/>
          </a:xfrm>
        </p:grpSpPr>
        <p:pic>
          <p:nvPicPr>
            <p:cNvPr id="3" name="Imagen 2">
              <a:extLst>
                <a:ext uri="{FF2B5EF4-FFF2-40B4-BE49-F238E27FC236}">
                  <a16:creationId xmlns:a16="http://schemas.microsoft.com/office/drawing/2014/main" id="{770CE58B-9593-7867-A953-4ED0DF3DE9C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4931" y="1690688"/>
              <a:ext cx="3833533" cy="2155355"/>
            </a:xfrm>
            <a:prstGeom prst="rect">
              <a:avLst/>
            </a:prstGeom>
            <a:noFill/>
            <a:ln>
              <a:noFill/>
            </a:ln>
          </p:spPr>
        </p:pic>
        <p:pic>
          <p:nvPicPr>
            <p:cNvPr id="4" name="Imagen 3">
              <a:extLst>
                <a:ext uri="{FF2B5EF4-FFF2-40B4-BE49-F238E27FC236}">
                  <a16:creationId xmlns:a16="http://schemas.microsoft.com/office/drawing/2014/main" id="{175FA17B-945E-9037-5F44-5326F710ED9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634931" y="3866358"/>
              <a:ext cx="3833533" cy="1898130"/>
            </a:xfrm>
            <a:prstGeom prst="rect">
              <a:avLst/>
            </a:prstGeom>
            <a:noFill/>
          </p:spPr>
        </p:pic>
      </p:grpSp>
    </p:spTree>
    <p:extLst>
      <p:ext uri="{BB962C8B-B14F-4D97-AF65-F5344CB8AC3E}">
        <p14:creationId xmlns:p14="http://schemas.microsoft.com/office/powerpoint/2010/main" val="386515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80C24-633A-F079-A57C-51443949873C}"/>
            </a:ext>
          </a:extLst>
        </p:cNvPr>
        <p:cNvGrpSpPr/>
        <p:nvPr/>
      </p:nvGrpSpPr>
      <p:grpSpPr>
        <a:xfrm>
          <a:off x="0" y="0"/>
          <a:ext cx="0" cy="0"/>
          <a:chOff x="0" y="0"/>
          <a:chExt cx="0" cy="0"/>
        </a:xfrm>
      </p:grpSpPr>
      <p:pic>
        <p:nvPicPr>
          <p:cNvPr id="15" name="Imagen 14">
            <a:extLst>
              <a:ext uri="{FF2B5EF4-FFF2-40B4-BE49-F238E27FC236}">
                <a16:creationId xmlns:a16="http://schemas.microsoft.com/office/drawing/2014/main" id="{106EFC34-F01F-C797-F6F9-0C0C165E3D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0934"/>
            <a:ext cx="11466513" cy="6847065"/>
          </a:xfrm>
          <a:prstGeom prst="rect">
            <a:avLst/>
          </a:prstGeom>
        </p:spPr>
      </p:pic>
      <p:sp>
        <p:nvSpPr>
          <p:cNvPr id="16" name="Título 15">
            <a:extLst>
              <a:ext uri="{FF2B5EF4-FFF2-40B4-BE49-F238E27FC236}">
                <a16:creationId xmlns:a16="http://schemas.microsoft.com/office/drawing/2014/main" id="{A04A0556-8C6D-ACD0-71C8-A6261F11BC34}"/>
              </a:ext>
            </a:extLst>
          </p:cNvPr>
          <p:cNvSpPr>
            <a:spLocks noGrp="1"/>
          </p:cNvSpPr>
          <p:nvPr>
            <p:ph type="title"/>
          </p:nvPr>
        </p:nvSpPr>
        <p:spPr/>
        <p:txBody>
          <a:bodyPr>
            <a:normAutofit/>
          </a:bodyPr>
          <a:lstStyle/>
          <a:p>
            <a:r>
              <a:rPr lang="es-CO" sz="4400" dirty="0"/>
              <a:t>RESULTADOS</a:t>
            </a:r>
          </a:p>
        </p:txBody>
      </p:sp>
      <p:pic>
        <p:nvPicPr>
          <p:cNvPr id="2" name="Marcador de contenido 1">
            <a:extLst>
              <a:ext uri="{FF2B5EF4-FFF2-40B4-BE49-F238E27FC236}">
                <a16:creationId xmlns:a16="http://schemas.microsoft.com/office/drawing/2014/main" id="{2ED5C97F-9569-02CC-7320-CD51206F5990}"/>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084055" y="537386"/>
            <a:ext cx="4760925" cy="2505739"/>
          </a:xfrm>
          <a:prstGeom prst="rect">
            <a:avLst/>
          </a:prstGeom>
        </p:spPr>
      </p:pic>
      <p:pic>
        <p:nvPicPr>
          <p:cNvPr id="4" name="Imagen 3">
            <a:extLst>
              <a:ext uri="{FF2B5EF4-FFF2-40B4-BE49-F238E27FC236}">
                <a16:creationId xmlns:a16="http://schemas.microsoft.com/office/drawing/2014/main" id="{31578DF1-CF72-FCF5-C602-4515281C91E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17107" y="3176917"/>
            <a:ext cx="4911704" cy="2584786"/>
          </a:xfrm>
          <a:prstGeom prst="rect">
            <a:avLst/>
          </a:prstGeom>
        </p:spPr>
      </p:pic>
      <p:sp>
        <p:nvSpPr>
          <p:cNvPr id="5" name="CuadroTexto 4">
            <a:extLst>
              <a:ext uri="{FF2B5EF4-FFF2-40B4-BE49-F238E27FC236}">
                <a16:creationId xmlns:a16="http://schemas.microsoft.com/office/drawing/2014/main" id="{882BBCBE-AC4C-E9C0-EA2E-52B0CEF2A0F2}"/>
              </a:ext>
            </a:extLst>
          </p:cNvPr>
          <p:cNvSpPr txBox="1"/>
          <p:nvPr/>
        </p:nvSpPr>
        <p:spPr>
          <a:xfrm>
            <a:off x="437702" y="1582340"/>
            <a:ext cx="5208650" cy="3693319"/>
          </a:xfrm>
          <a:prstGeom prst="rect">
            <a:avLst/>
          </a:prstGeom>
          <a:noFill/>
        </p:spPr>
        <p:txBody>
          <a:bodyPr wrap="square">
            <a:spAutoFit/>
          </a:bodyPr>
          <a:lstStyle/>
          <a:p>
            <a:r>
              <a:rPr lang="es-ES" dirty="0"/>
              <a:t>El gráfico de color rojo muestra la variación de la </a:t>
            </a:r>
            <a:r>
              <a:rPr lang="es-ES" b="1" dirty="0"/>
              <a:t>temperatura</a:t>
            </a:r>
            <a:r>
              <a:rPr lang="es-ES" dirty="0"/>
              <a:t> a lo largo de 30 días. la serie de datos capturados por el sensor DHT11, y la línea negra indica el </a:t>
            </a:r>
            <a:r>
              <a:rPr lang="es-ES" b="1" dirty="0"/>
              <a:t>promedio general</a:t>
            </a:r>
            <a:r>
              <a:rPr lang="es-ES" dirty="0"/>
              <a:t>, que se mantiene alrededor de </a:t>
            </a:r>
            <a:r>
              <a:rPr lang="es-ES" b="1" dirty="0"/>
              <a:t>28 °C</a:t>
            </a:r>
          </a:p>
          <a:p>
            <a:endParaRPr lang="es-ES" b="1" dirty="0"/>
          </a:p>
          <a:p>
            <a:endParaRPr lang="es-ES" b="1" dirty="0"/>
          </a:p>
          <a:p>
            <a:endParaRPr lang="es-ES" b="1" dirty="0"/>
          </a:p>
          <a:p>
            <a:r>
              <a:rPr lang="es-ES" dirty="0"/>
              <a:t>En el gráfico de color ver observamos el comportamiento del </a:t>
            </a:r>
            <a:r>
              <a:rPr lang="es-ES" b="1" dirty="0"/>
              <a:t>índice de radiación UV</a:t>
            </a:r>
            <a:r>
              <a:rPr lang="es-ES" dirty="0"/>
              <a:t> registrado por el sensor SI1145 durante el mismo periodo. los valores diarios, y la línea negra muestra el </a:t>
            </a:r>
            <a:r>
              <a:rPr lang="es-ES" b="1" dirty="0"/>
              <a:t>promedio</a:t>
            </a:r>
            <a:r>
              <a:rPr lang="es-ES" dirty="0"/>
              <a:t> de la radiación UV, cercano a </a:t>
            </a:r>
            <a:r>
              <a:rPr lang="es-ES" b="1" dirty="0"/>
              <a:t>8 unidades</a:t>
            </a:r>
            <a:r>
              <a:rPr lang="es-ES" dirty="0"/>
              <a:t>.</a:t>
            </a:r>
          </a:p>
        </p:txBody>
      </p:sp>
    </p:spTree>
    <p:extLst>
      <p:ext uri="{BB962C8B-B14F-4D97-AF65-F5344CB8AC3E}">
        <p14:creationId xmlns:p14="http://schemas.microsoft.com/office/powerpoint/2010/main" val="53231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1F4A4-367C-83E6-A8B1-9E494F1112C7}"/>
            </a:ext>
          </a:extLst>
        </p:cNvPr>
        <p:cNvGrpSpPr/>
        <p:nvPr/>
      </p:nvGrpSpPr>
      <p:grpSpPr>
        <a:xfrm>
          <a:off x="0" y="0"/>
          <a:ext cx="0" cy="0"/>
          <a:chOff x="0" y="0"/>
          <a:chExt cx="0" cy="0"/>
        </a:xfrm>
      </p:grpSpPr>
      <p:pic>
        <p:nvPicPr>
          <p:cNvPr id="15" name="Imagen 14">
            <a:extLst>
              <a:ext uri="{FF2B5EF4-FFF2-40B4-BE49-F238E27FC236}">
                <a16:creationId xmlns:a16="http://schemas.microsoft.com/office/drawing/2014/main" id="{0C277441-4C24-A388-639A-FE9D603B8A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0934"/>
            <a:ext cx="11466513" cy="6847065"/>
          </a:xfrm>
          <a:prstGeom prst="rect">
            <a:avLst/>
          </a:prstGeom>
        </p:spPr>
      </p:pic>
      <p:sp>
        <p:nvSpPr>
          <p:cNvPr id="17" name="Marcador de contenido 16">
            <a:extLst>
              <a:ext uri="{FF2B5EF4-FFF2-40B4-BE49-F238E27FC236}">
                <a16:creationId xmlns:a16="http://schemas.microsoft.com/office/drawing/2014/main" id="{EFE8C1C1-0224-8E42-788A-672D85CF6D5F}"/>
              </a:ext>
            </a:extLst>
          </p:cNvPr>
          <p:cNvSpPr>
            <a:spLocks noGrp="1"/>
          </p:cNvSpPr>
          <p:nvPr>
            <p:ph idx="1"/>
          </p:nvPr>
        </p:nvSpPr>
        <p:spPr>
          <a:xfrm>
            <a:off x="788321" y="1503876"/>
            <a:ext cx="9889867" cy="4351338"/>
          </a:xfrm>
        </p:spPr>
        <p:txBody>
          <a:bodyPr>
            <a:normAutofit lnSpcReduction="10000"/>
          </a:bodyPr>
          <a:lstStyle/>
          <a:p>
            <a:pPr marL="0" indent="0" algn="ctr">
              <a:buNone/>
            </a:pPr>
            <a:r>
              <a:rPr lang="es-ES" dirty="0"/>
              <a:t>Agradecemos a la Universidad Nacional de Colombia y al Ministerio de Ciencia, Tecnología e Innovación el apoyo al proyecto “Diseño de un sistema de calentamiento complementario por inducción magnética-</a:t>
            </a:r>
            <a:r>
              <a:rPr lang="es-ES" dirty="0" err="1"/>
              <a:t>termosolar</a:t>
            </a:r>
            <a:r>
              <a:rPr lang="es-ES" dirty="0"/>
              <a:t>, con uso de </a:t>
            </a:r>
            <a:r>
              <a:rPr lang="es-ES" dirty="0" err="1"/>
              <a:t>nanosuspensiones</a:t>
            </a:r>
            <a:r>
              <a:rPr lang="es-ES" dirty="0"/>
              <a:t> desarrolladas a partir de materiales de procesamiento minero”, declarado financiable en la Convocatoria No. 890 de 2020 para el fortalecimiento de </a:t>
            </a:r>
            <a:r>
              <a:rPr lang="es-ES" dirty="0" err="1"/>
              <a:t>CTeI</a:t>
            </a:r>
            <a:r>
              <a:rPr lang="es-ES" dirty="0"/>
              <a:t> en IES públicas. Su desarrollo se viabilizó mediante el Convenio Específico celebrado entre la Facultad de Minas de la Universidad Nacional de Colombia, sede Medellín, la Universidad Tecnológica del Chocó “Diego Luis Córdoba” y la Institución Universitaria Pascual Bravo, y se ejecutó en el marco del Contrato 2022-766 suscrito con el Ministerio de Ciencia, Tecnología e Innovación, a través del cual se cofinanció la presente iniciativa.</a:t>
            </a:r>
          </a:p>
        </p:txBody>
      </p:sp>
      <p:sp>
        <p:nvSpPr>
          <p:cNvPr id="2" name="Título 15">
            <a:extLst>
              <a:ext uri="{FF2B5EF4-FFF2-40B4-BE49-F238E27FC236}">
                <a16:creationId xmlns:a16="http://schemas.microsoft.com/office/drawing/2014/main" id="{6B65F63A-3EDF-8D18-6CFC-E6EDD9D4E428}"/>
              </a:ext>
            </a:extLst>
          </p:cNvPr>
          <p:cNvSpPr>
            <a:spLocks noGrp="1"/>
          </p:cNvSpPr>
          <p:nvPr>
            <p:ph type="title"/>
          </p:nvPr>
        </p:nvSpPr>
        <p:spPr>
          <a:xfrm>
            <a:off x="788323" y="365126"/>
            <a:ext cx="9889867" cy="1325563"/>
          </a:xfrm>
        </p:spPr>
        <p:txBody>
          <a:bodyPr>
            <a:normAutofit/>
          </a:bodyPr>
          <a:lstStyle/>
          <a:p>
            <a:pPr algn="ctr"/>
            <a:r>
              <a:rPr lang="es-CO" sz="4400" dirty="0"/>
              <a:t>AGRADECIMIENTOS</a:t>
            </a:r>
          </a:p>
        </p:txBody>
      </p:sp>
    </p:spTree>
    <p:extLst>
      <p:ext uri="{BB962C8B-B14F-4D97-AF65-F5344CB8AC3E}">
        <p14:creationId xmlns:p14="http://schemas.microsoft.com/office/powerpoint/2010/main" val="2968057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958</TotalTime>
  <Words>659</Words>
  <Application>Microsoft Office PowerPoint</Application>
  <PresentationFormat>Personalizado</PresentationFormat>
  <Paragraphs>46</Paragraphs>
  <Slides>11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vt:i4>
      </vt:variant>
    </vt:vector>
  </HeadingPairs>
  <TitlesOfParts>
    <vt:vector size="16" baseType="lpstr">
      <vt:lpstr>Arial</vt:lpstr>
      <vt:lpstr>Calibri</vt:lpstr>
      <vt:lpstr>Calibri Light</vt:lpstr>
      <vt:lpstr>Wingdings</vt:lpstr>
      <vt:lpstr>Tema de Office</vt:lpstr>
      <vt:lpstr>Ambiente Inteligente: Sistema de Monitoreo de Temperatura, Humedad y Luz”. Un proyecto que integra sensores ambientales para la medición inteligente y sostenible de variables del entorno</vt:lpstr>
      <vt:lpstr>INTRODUCCIÓN </vt:lpstr>
      <vt:lpstr>OBJETIVOS</vt:lpstr>
      <vt:lpstr>VARIABLES ATMOSFÉRICAS Y SENSORES</vt:lpstr>
      <vt:lpstr>SENSORES SI1145 Y DHT11</vt:lpstr>
      <vt:lpstr>DISEÑO E IMPLEMENTACIÓN</vt:lpstr>
      <vt:lpstr>DISEÑO E IMPLEMENTACIÓN</vt:lpstr>
      <vt:lpstr>INTERFAZ PARA LECTURA DE DATOS</vt:lpstr>
      <vt:lpstr>RESULTADOS Y PRUEBAS</vt:lpstr>
      <vt:lpstr>RESULTADOS</vt:lpstr>
      <vt:lpstr>AGRADECIMIENTOS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carlos mario velasquez pineda</dc:creator>
  <cp:lastModifiedBy>yeferson yesid rodriges borja</cp:lastModifiedBy>
  <cp:revision>11</cp:revision>
  <dcterms:created xsi:type="dcterms:W3CDTF">2025-10-24T18:45:52Z</dcterms:created>
  <dcterms:modified xsi:type="dcterms:W3CDTF">2025-10-30T17:54:32Z</dcterms:modified>
</cp:coreProperties>
</file>
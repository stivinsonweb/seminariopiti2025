
<file path=[Content_Types].xml><?xml version="1.0" encoding="utf-8"?>
<Types xmlns="http://schemas.openxmlformats.org/package/2006/content-types">
  <Default Extension="rels" ContentType="application/vnd.openxmlformats-package.relationships+xml"/>
  <Default Extension="xml" ContentType="application/xml"/>
  <Default Extension="tiff" ContentType="image/tiff"/>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60" r:id="rId1"/>
  </p:sldMasterIdLst>
  <p:notesMasterIdLst>
    <p:notesMasterId r:id="rId2"/>
  </p:notesMasterIdLst>
  <p:sldIdLst>
    <p:sldId id="268" r:id="rId3"/>
    <p:sldId id="269" r:id="rId4"/>
    <p:sldId id="270" r:id="rId5"/>
    <p:sldId id="271" r:id="rId6"/>
    <p:sldId id="272" r:id="rId7"/>
    <p:sldId id="273" r:id="rId8"/>
    <p:sldId id="274" r:id="rId9"/>
    <p:sldId id="275" r:id="rId10"/>
    <p:sldId id="276" r:id="rId11"/>
    <p:sldId id="277" r:id="rId12"/>
    <p:sldId id="278" r:id="rId13"/>
  </p:sldIdLst>
  <p:sldSz cy="6858000" cx="11466513"/>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napToGrid="0">
      <p:cViewPr varScale="1">
        <p:scale>
          <a:sx n="78" d="100"/>
          <a:sy n="78" d="100"/>
        </p:scale>
        <p:origin x="1027" y="62"/>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48" name=""/>
        <p:cNvGrpSpPr/>
        <p:nvPr/>
      </p:nvGrpSpPr>
      <p:grpSpPr>
        <a:xfrm>
          <a:off x="0" y="0"/>
          <a:ext cx="0" cy="0"/>
          <a:chOff x="0" y="0"/>
          <a:chExt cx="0" cy="0"/>
        </a:xfrm>
      </p:grpSpPr>
      <p:sp>
        <p:nvSpPr>
          <p:cNvPr id="1048662"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3"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4"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65"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66"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67"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Diapositiva de título">
    <p:spTree>
      <p:nvGrpSpPr>
        <p:cNvPr id="23" name=""/>
        <p:cNvGrpSpPr/>
        <p:nvPr/>
      </p:nvGrpSpPr>
      <p:grpSpPr>
        <a:xfrm>
          <a:off x="0" y="0"/>
          <a:ext cx="0" cy="0"/>
          <a:chOff x="0" y="0"/>
          <a:chExt cx="0" cy="0"/>
        </a:xfrm>
      </p:grpSpPr>
      <p:sp>
        <p:nvSpPr>
          <p:cNvPr id="1048581" name="Title 1"/>
          <p:cNvSpPr>
            <a:spLocks noGrp="1"/>
          </p:cNvSpPr>
          <p:nvPr>
            <p:ph type="ctrTitle"/>
          </p:nvPr>
        </p:nvSpPr>
        <p:spPr>
          <a:xfrm>
            <a:off x="1433314" y="1122363"/>
            <a:ext cx="8599885" cy="2387600"/>
          </a:xfrm>
        </p:spPr>
        <p:txBody>
          <a:bodyPr anchor="b"/>
          <a:lstStyle>
            <a:lvl1pPr algn="ctr">
              <a:defRPr sz="5643"/>
            </a:lvl1pPr>
          </a:lstStyle>
          <a:p>
            <a:r>
              <a:rPr lang="es-ES"/>
              <a:t>Haga clic para modificar el estilo de título del patrón</a:t>
            </a:r>
            <a:endParaRPr dirty="0" lang="en-US"/>
          </a:p>
        </p:txBody>
      </p:sp>
      <p:sp>
        <p:nvSpPr>
          <p:cNvPr id="1048582" name="Subtitle 2"/>
          <p:cNvSpPr>
            <a:spLocks noGrp="1"/>
          </p:cNvSpPr>
          <p:nvPr>
            <p:ph type="subTitle" idx="1"/>
          </p:nvPr>
        </p:nvSpPr>
        <p:spPr>
          <a:xfrm>
            <a:off x="1433314" y="3602038"/>
            <a:ext cx="8599885" cy="1655762"/>
          </a:xfrm>
        </p:spPr>
        <p:txBody>
          <a:bodyPr/>
          <a:lstStyle>
            <a:lvl1pPr algn="ctr" indent="0" marL="0">
              <a:buNone/>
              <a:defRPr sz="2257"/>
            </a:lvl1pPr>
            <a:lvl2pPr algn="ctr" indent="0" marL="429997">
              <a:buNone/>
              <a:defRPr sz="1881"/>
            </a:lvl2pPr>
            <a:lvl3pPr algn="ctr" indent="0" marL="859993">
              <a:buNone/>
              <a:defRPr sz="1693"/>
            </a:lvl3pPr>
            <a:lvl4pPr algn="ctr" indent="0" marL="1289990">
              <a:buNone/>
              <a:defRPr sz="1505"/>
            </a:lvl4pPr>
            <a:lvl5pPr algn="ctr" indent="0" marL="1719986">
              <a:buNone/>
              <a:defRPr sz="1505"/>
            </a:lvl5pPr>
            <a:lvl6pPr algn="ctr" indent="0" marL="2149983">
              <a:buNone/>
              <a:defRPr sz="1505"/>
            </a:lvl6pPr>
            <a:lvl7pPr algn="ctr" indent="0" marL="2579980">
              <a:buNone/>
              <a:defRPr sz="1505"/>
            </a:lvl7pPr>
            <a:lvl8pPr algn="ctr" indent="0" marL="3009976">
              <a:buNone/>
              <a:defRPr sz="1505"/>
            </a:lvl8pPr>
            <a:lvl9pPr algn="ctr" indent="0" marL="3439973">
              <a:buNone/>
              <a:defRPr sz="1505"/>
            </a:lvl9pPr>
          </a:lstStyle>
          <a:p>
            <a:r>
              <a:rPr lang="es-ES"/>
              <a:t>Haga clic para modificar el estilo de subtítulo del patrón</a:t>
            </a:r>
            <a:endParaRPr dirty="0" lang="en-US"/>
          </a:p>
        </p:txBody>
      </p:sp>
      <p:sp>
        <p:nvSpPr>
          <p:cNvPr id="1048583" name="Date Placeholder 3"/>
          <p:cNvSpPr>
            <a:spLocks noGrp="1"/>
          </p:cNvSpPr>
          <p:nvPr>
            <p:ph type="dt" sz="half" idx="10"/>
          </p:nvPr>
        </p:nvSpPr>
        <p:spPr/>
        <p:txBody>
          <a:bodyPr/>
          <a:p>
            <a:fld id="{36CCD499-ABA9-4152-BE4C-9EA52FE70224}" type="datetimeFigureOut">
              <a:rPr lang="es-CO" smtClean="0"/>
              <a:t>30/10/2025</a:t>
            </a:fld>
            <a:endParaRPr lang="es-CO"/>
          </a:p>
        </p:txBody>
      </p:sp>
      <p:sp>
        <p:nvSpPr>
          <p:cNvPr id="1048584" name="Footer Placeholder 4"/>
          <p:cNvSpPr>
            <a:spLocks noGrp="1"/>
          </p:cNvSpPr>
          <p:nvPr>
            <p:ph type="ftr" sz="quarter" idx="11"/>
          </p:nvPr>
        </p:nvSpPr>
        <p:spPr/>
        <p:txBody>
          <a:bodyPr/>
          <a:p>
            <a:endParaRPr lang="es-CO"/>
          </a:p>
        </p:txBody>
      </p:sp>
      <p:sp>
        <p:nvSpPr>
          <p:cNvPr id="1048585" name="Slide Number Placeholder 5"/>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ítulo y objetos">
    <p:spTree>
      <p:nvGrpSpPr>
        <p:cNvPr id="26" name=""/>
        <p:cNvGrpSpPr/>
        <p:nvPr/>
      </p:nvGrpSpPr>
      <p:grpSpPr>
        <a:xfrm>
          <a:off x="0" y="0"/>
          <a:ext cx="0" cy="0"/>
          <a:chOff x="0" y="0"/>
          <a:chExt cx="0" cy="0"/>
        </a:xfrm>
      </p:grpSpPr>
      <p:sp>
        <p:nvSpPr>
          <p:cNvPr id="1048588" name="Title 1"/>
          <p:cNvSpPr>
            <a:spLocks noGrp="1"/>
          </p:cNvSpPr>
          <p:nvPr>
            <p:ph type="title"/>
          </p:nvPr>
        </p:nvSpPr>
        <p:spPr/>
        <p:txBody>
          <a:bodyPr/>
          <a:p>
            <a:r>
              <a:rPr lang="es-ES"/>
              <a:t>Haga clic para modificar el estilo de título del patrón</a:t>
            </a:r>
            <a:endParaRPr dirty="0" lang="en-US"/>
          </a:p>
        </p:txBody>
      </p:sp>
      <p:sp>
        <p:nvSpPr>
          <p:cNvPr id="1048589" name="Content Placeholder 2"/>
          <p:cNvSpPr>
            <a:spLocks noGrp="1"/>
          </p:cNvSpPr>
          <p:nvPr>
            <p:ph idx="1"/>
          </p:nvPr>
        </p:nvSpPr>
        <p:spPr/>
        <p:txBody>
          <a:bodyPr/>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lang="en-US"/>
          </a:p>
        </p:txBody>
      </p:sp>
      <p:sp>
        <p:nvSpPr>
          <p:cNvPr id="1048590" name="Date Placeholder 3"/>
          <p:cNvSpPr>
            <a:spLocks noGrp="1"/>
          </p:cNvSpPr>
          <p:nvPr>
            <p:ph type="dt" sz="half" idx="10"/>
          </p:nvPr>
        </p:nvSpPr>
        <p:spPr/>
        <p:txBody>
          <a:bodyPr/>
          <a:p>
            <a:fld id="{36CCD499-ABA9-4152-BE4C-9EA52FE70224}" type="datetimeFigureOut">
              <a:rPr lang="es-CO" smtClean="0"/>
              <a:t>30/10/2025</a:t>
            </a:fld>
            <a:endParaRPr lang="es-CO"/>
          </a:p>
        </p:txBody>
      </p:sp>
      <p:sp>
        <p:nvSpPr>
          <p:cNvPr id="1048591" name="Footer Placeholder 4"/>
          <p:cNvSpPr>
            <a:spLocks noGrp="1"/>
          </p:cNvSpPr>
          <p:nvPr>
            <p:ph type="ftr" sz="quarter" idx="11"/>
          </p:nvPr>
        </p:nvSpPr>
        <p:spPr/>
        <p:txBody>
          <a:bodyPr/>
          <a:p>
            <a:endParaRPr lang="es-CO"/>
          </a:p>
        </p:txBody>
      </p:sp>
      <p:sp>
        <p:nvSpPr>
          <p:cNvPr id="1048592" name="Slide Number Placeholder 5"/>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Encabezado de sección">
    <p:spTree>
      <p:nvGrpSpPr>
        <p:cNvPr id="42" name=""/>
        <p:cNvGrpSpPr/>
        <p:nvPr/>
      </p:nvGrpSpPr>
      <p:grpSpPr>
        <a:xfrm>
          <a:off x="0" y="0"/>
          <a:ext cx="0" cy="0"/>
          <a:chOff x="0" y="0"/>
          <a:chExt cx="0" cy="0"/>
        </a:xfrm>
      </p:grpSpPr>
      <p:sp>
        <p:nvSpPr>
          <p:cNvPr id="1048634" name="Title 1"/>
          <p:cNvSpPr>
            <a:spLocks noGrp="1"/>
          </p:cNvSpPr>
          <p:nvPr>
            <p:ph type="title"/>
          </p:nvPr>
        </p:nvSpPr>
        <p:spPr>
          <a:xfrm>
            <a:off x="782351" y="1709739"/>
            <a:ext cx="9889867" cy="2852737"/>
          </a:xfrm>
        </p:spPr>
        <p:txBody>
          <a:bodyPr anchor="b"/>
          <a:lstStyle>
            <a:lvl1pPr>
              <a:defRPr sz="5643"/>
            </a:lvl1pPr>
          </a:lstStyle>
          <a:p>
            <a:r>
              <a:rPr lang="es-ES"/>
              <a:t>Haga clic para modificar el estilo de título del patrón</a:t>
            </a:r>
            <a:endParaRPr dirty="0" lang="en-US"/>
          </a:p>
        </p:txBody>
      </p:sp>
      <p:sp>
        <p:nvSpPr>
          <p:cNvPr id="1048635" name="Text Placeholder 2"/>
          <p:cNvSpPr>
            <a:spLocks noGrp="1"/>
          </p:cNvSpPr>
          <p:nvPr>
            <p:ph type="body" idx="1"/>
          </p:nvPr>
        </p:nvSpPr>
        <p:spPr>
          <a:xfrm>
            <a:off x="782351" y="4589464"/>
            <a:ext cx="9889867" cy="1500187"/>
          </a:xfrm>
        </p:spPr>
        <p:txBody>
          <a:bodyPr/>
          <a:lstStyle>
            <a:lvl1pPr indent="0" marL="0">
              <a:buNone/>
              <a:defRPr sz="2257">
                <a:solidFill>
                  <a:schemeClr val="tx1">
                    <a:tint val="75000"/>
                  </a:schemeClr>
                </a:solidFill>
              </a:defRPr>
            </a:lvl1pPr>
            <a:lvl2pPr indent="0" marL="429997">
              <a:buNone/>
              <a:defRPr sz="1881">
                <a:solidFill>
                  <a:schemeClr val="tx1">
                    <a:tint val="75000"/>
                  </a:schemeClr>
                </a:solidFill>
              </a:defRPr>
            </a:lvl2pPr>
            <a:lvl3pPr indent="0" marL="859993">
              <a:buNone/>
              <a:defRPr sz="1693">
                <a:solidFill>
                  <a:schemeClr val="tx1">
                    <a:tint val="75000"/>
                  </a:schemeClr>
                </a:solidFill>
              </a:defRPr>
            </a:lvl3pPr>
            <a:lvl4pPr indent="0" marL="1289990">
              <a:buNone/>
              <a:defRPr sz="1505">
                <a:solidFill>
                  <a:schemeClr val="tx1">
                    <a:tint val="75000"/>
                  </a:schemeClr>
                </a:solidFill>
              </a:defRPr>
            </a:lvl4pPr>
            <a:lvl5pPr indent="0" marL="1719986">
              <a:buNone/>
              <a:defRPr sz="1505">
                <a:solidFill>
                  <a:schemeClr val="tx1">
                    <a:tint val="75000"/>
                  </a:schemeClr>
                </a:solidFill>
              </a:defRPr>
            </a:lvl5pPr>
            <a:lvl6pPr indent="0" marL="2149983">
              <a:buNone/>
              <a:defRPr sz="1505">
                <a:solidFill>
                  <a:schemeClr val="tx1">
                    <a:tint val="75000"/>
                  </a:schemeClr>
                </a:solidFill>
              </a:defRPr>
            </a:lvl6pPr>
            <a:lvl7pPr indent="0" marL="2579980">
              <a:buNone/>
              <a:defRPr sz="1505">
                <a:solidFill>
                  <a:schemeClr val="tx1">
                    <a:tint val="75000"/>
                  </a:schemeClr>
                </a:solidFill>
              </a:defRPr>
            </a:lvl7pPr>
            <a:lvl8pPr indent="0" marL="3009976">
              <a:buNone/>
              <a:defRPr sz="1505">
                <a:solidFill>
                  <a:schemeClr val="tx1">
                    <a:tint val="75000"/>
                  </a:schemeClr>
                </a:solidFill>
              </a:defRPr>
            </a:lvl8pPr>
            <a:lvl9pPr indent="0" marL="3439973">
              <a:buNone/>
              <a:defRPr sz="1505">
                <a:solidFill>
                  <a:schemeClr val="tx1">
                    <a:tint val="75000"/>
                  </a:schemeClr>
                </a:solidFill>
              </a:defRPr>
            </a:lvl9pPr>
          </a:lstStyle>
          <a:p>
            <a:pPr lvl="0"/>
            <a:r>
              <a:rPr lang="es-ES"/>
              <a:t>Haga clic para modificar los estilos de texto del patrón</a:t>
            </a:r>
          </a:p>
        </p:txBody>
      </p:sp>
      <p:sp>
        <p:nvSpPr>
          <p:cNvPr id="1048636" name="Date Placeholder 3"/>
          <p:cNvSpPr>
            <a:spLocks noGrp="1"/>
          </p:cNvSpPr>
          <p:nvPr>
            <p:ph type="dt" sz="half" idx="10"/>
          </p:nvPr>
        </p:nvSpPr>
        <p:spPr/>
        <p:txBody>
          <a:bodyPr/>
          <a:p>
            <a:fld id="{36CCD499-ABA9-4152-BE4C-9EA52FE70224}" type="datetimeFigureOut">
              <a:rPr lang="es-CO" smtClean="0"/>
              <a:t>30/10/2025</a:t>
            </a:fld>
            <a:endParaRPr lang="es-CO"/>
          </a:p>
        </p:txBody>
      </p:sp>
      <p:sp>
        <p:nvSpPr>
          <p:cNvPr id="1048637" name="Footer Placeholder 4"/>
          <p:cNvSpPr>
            <a:spLocks noGrp="1"/>
          </p:cNvSpPr>
          <p:nvPr>
            <p:ph type="ftr" sz="quarter" idx="11"/>
          </p:nvPr>
        </p:nvSpPr>
        <p:spPr/>
        <p:txBody>
          <a:bodyPr/>
          <a:p>
            <a:endParaRPr lang="es-CO"/>
          </a:p>
        </p:txBody>
      </p:sp>
      <p:sp>
        <p:nvSpPr>
          <p:cNvPr id="1048638" name="Slide Number Placeholder 5"/>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Dos objetos">
    <p:spTree>
      <p:nvGrpSpPr>
        <p:cNvPr id="43" name=""/>
        <p:cNvGrpSpPr/>
        <p:nvPr/>
      </p:nvGrpSpPr>
      <p:grpSpPr>
        <a:xfrm>
          <a:off x="0" y="0"/>
          <a:ext cx="0" cy="0"/>
          <a:chOff x="0" y="0"/>
          <a:chExt cx="0" cy="0"/>
        </a:xfrm>
      </p:grpSpPr>
      <p:sp>
        <p:nvSpPr>
          <p:cNvPr id="1048639" name="Title 1"/>
          <p:cNvSpPr>
            <a:spLocks noGrp="1"/>
          </p:cNvSpPr>
          <p:nvPr>
            <p:ph type="title"/>
          </p:nvPr>
        </p:nvSpPr>
        <p:spPr/>
        <p:txBody>
          <a:bodyPr/>
          <a:p>
            <a:r>
              <a:rPr lang="es-ES"/>
              <a:t>Haga clic para modificar el estilo de título del patrón</a:t>
            </a:r>
            <a:endParaRPr dirty="0" lang="en-US"/>
          </a:p>
        </p:txBody>
      </p:sp>
      <p:sp>
        <p:nvSpPr>
          <p:cNvPr id="1048640" name="Content Placeholder 2"/>
          <p:cNvSpPr>
            <a:spLocks noGrp="1"/>
          </p:cNvSpPr>
          <p:nvPr>
            <p:ph sz="half" idx="1"/>
          </p:nvPr>
        </p:nvSpPr>
        <p:spPr>
          <a:xfrm>
            <a:off x="788323" y="1825625"/>
            <a:ext cx="4873268" cy="4351338"/>
          </a:xfrm>
        </p:spPr>
        <p:txBody>
          <a:bodyPr/>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lang="en-US"/>
          </a:p>
        </p:txBody>
      </p:sp>
      <p:sp>
        <p:nvSpPr>
          <p:cNvPr id="1048641" name="Content Placeholder 3"/>
          <p:cNvSpPr>
            <a:spLocks noGrp="1"/>
          </p:cNvSpPr>
          <p:nvPr>
            <p:ph sz="half" idx="2"/>
          </p:nvPr>
        </p:nvSpPr>
        <p:spPr>
          <a:xfrm>
            <a:off x="5804922" y="1825625"/>
            <a:ext cx="4873268" cy="4351338"/>
          </a:xfrm>
        </p:spPr>
        <p:txBody>
          <a:bodyPr/>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lang="en-US"/>
          </a:p>
        </p:txBody>
      </p:sp>
      <p:sp>
        <p:nvSpPr>
          <p:cNvPr id="1048642" name="Date Placeholder 4"/>
          <p:cNvSpPr>
            <a:spLocks noGrp="1"/>
          </p:cNvSpPr>
          <p:nvPr>
            <p:ph type="dt" sz="half" idx="10"/>
          </p:nvPr>
        </p:nvSpPr>
        <p:spPr/>
        <p:txBody>
          <a:bodyPr/>
          <a:p>
            <a:fld id="{36CCD499-ABA9-4152-BE4C-9EA52FE70224}" type="datetimeFigureOut">
              <a:rPr lang="es-CO" smtClean="0"/>
              <a:t>30/10/2025</a:t>
            </a:fld>
            <a:endParaRPr lang="es-CO"/>
          </a:p>
        </p:txBody>
      </p:sp>
      <p:sp>
        <p:nvSpPr>
          <p:cNvPr id="1048643" name="Footer Placeholder 5"/>
          <p:cNvSpPr>
            <a:spLocks noGrp="1"/>
          </p:cNvSpPr>
          <p:nvPr>
            <p:ph type="ftr" sz="quarter" idx="11"/>
          </p:nvPr>
        </p:nvSpPr>
        <p:spPr/>
        <p:txBody>
          <a:bodyPr/>
          <a:p>
            <a:endParaRPr lang="es-CO"/>
          </a:p>
        </p:txBody>
      </p:sp>
      <p:sp>
        <p:nvSpPr>
          <p:cNvPr id="1048644" name="Slide Number Placeholder 6"/>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ación">
    <p:spTree>
      <p:nvGrpSpPr>
        <p:cNvPr id="44" name=""/>
        <p:cNvGrpSpPr/>
        <p:nvPr/>
      </p:nvGrpSpPr>
      <p:grpSpPr>
        <a:xfrm>
          <a:off x="0" y="0"/>
          <a:ext cx="0" cy="0"/>
          <a:chOff x="0" y="0"/>
          <a:chExt cx="0" cy="0"/>
        </a:xfrm>
      </p:grpSpPr>
      <p:sp>
        <p:nvSpPr>
          <p:cNvPr id="1048645" name="Title 1"/>
          <p:cNvSpPr>
            <a:spLocks noGrp="1"/>
          </p:cNvSpPr>
          <p:nvPr>
            <p:ph type="title"/>
          </p:nvPr>
        </p:nvSpPr>
        <p:spPr>
          <a:xfrm>
            <a:off x="789817" y="365126"/>
            <a:ext cx="9889867" cy="1325563"/>
          </a:xfrm>
        </p:spPr>
        <p:txBody>
          <a:bodyPr/>
          <a:p>
            <a:r>
              <a:rPr lang="es-ES"/>
              <a:t>Haga clic para modificar el estilo de título del patrón</a:t>
            </a:r>
            <a:endParaRPr dirty="0" lang="en-US"/>
          </a:p>
        </p:txBody>
      </p:sp>
      <p:sp>
        <p:nvSpPr>
          <p:cNvPr id="1048646" name="Text Placeholder 2"/>
          <p:cNvSpPr>
            <a:spLocks noGrp="1"/>
          </p:cNvSpPr>
          <p:nvPr>
            <p:ph type="body" idx="1"/>
          </p:nvPr>
        </p:nvSpPr>
        <p:spPr>
          <a:xfrm>
            <a:off x="789817" y="1681163"/>
            <a:ext cx="4850872" cy="823912"/>
          </a:xfrm>
        </p:spPr>
        <p:txBody>
          <a:bodyPr anchor="b"/>
          <a:lstStyle>
            <a:lvl1pPr indent="0" marL="0">
              <a:buNone/>
              <a:defRPr b="1" sz="2257"/>
            </a:lvl1pPr>
            <a:lvl2pPr indent="0" marL="429997">
              <a:buNone/>
              <a:defRPr b="1" sz="1881"/>
            </a:lvl2pPr>
            <a:lvl3pPr indent="0" marL="859993">
              <a:buNone/>
              <a:defRPr b="1" sz="1693"/>
            </a:lvl3pPr>
            <a:lvl4pPr indent="0" marL="1289990">
              <a:buNone/>
              <a:defRPr b="1" sz="1505"/>
            </a:lvl4pPr>
            <a:lvl5pPr indent="0" marL="1719986">
              <a:buNone/>
              <a:defRPr b="1" sz="1505"/>
            </a:lvl5pPr>
            <a:lvl6pPr indent="0" marL="2149983">
              <a:buNone/>
              <a:defRPr b="1" sz="1505"/>
            </a:lvl6pPr>
            <a:lvl7pPr indent="0" marL="2579980">
              <a:buNone/>
              <a:defRPr b="1" sz="1505"/>
            </a:lvl7pPr>
            <a:lvl8pPr indent="0" marL="3009976">
              <a:buNone/>
              <a:defRPr b="1" sz="1505"/>
            </a:lvl8pPr>
            <a:lvl9pPr indent="0" marL="3439973">
              <a:buNone/>
              <a:defRPr b="1" sz="1505"/>
            </a:lvl9pPr>
          </a:lstStyle>
          <a:p>
            <a:pPr lvl="0"/>
            <a:r>
              <a:rPr lang="es-ES"/>
              <a:t>Haga clic para modificar los estilos de texto del patrón</a:t>
            </a:r>
          </a:p>
        </p:txBody>
      </p:sp>
      <p:sp>
        <p:nvSpPr>
          <p:cNvPr id="1048647" name="Content Placeholder 3"/>
          <p:cNvSpPr>
            <a:spLocks noGrp="1"/>
          </p:cNvSpPr>
          <p:nvPr>
            <p:ph sz="half" idx="2"/>
          </p:nvPr>
        </p:nvSpPr>
        <p:spPr>
          <a:xfrm>
            <a:off x="789817" y="2505075"/>
            <a:ext cx="4850872" cy="3684588"/>
          </a:xfrm>
        </p:spPr>
        <p:txBody>
          <a:bodyPr/>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lang="en-US"/>
          </a:p>
        </p:txBody>
      </p:sp>
      <p:sp>
        <p:nvSpPr>
          <p:cNvPr id="1048648" name="Text Placeholder 4"/>
          <p:cNvSpPr>
            <a:spLocks noGrp="1"/>
          </p:cNvSpPr>
          <p:nvPr>
            <p:ph type="body" sz="quarter" idx="3"/>
          </p:nvPr>
        </p:nvSpPr>
        <p:spPr>
          <a:xfrm>
            <a:off x="5804922" y="1681163"/>
            <a:ext cx="4874762" cy="823912"/>
          </a:xfrm>
        </p:spPr>
        <p:txBody>
          <a:bodyPr anchor="b"/>
          <a:lstStyle>
            <a:lvl1pPr indent="0" marL="0">
              <a:buNone/>
              <a:defRPr b="1" sz="2257"/>
            </a:lvl1pPr>
            <a:lvl2pPr indent="0" marL="429997">
              <a:buNone/>
              <a:defRPr b="1" sz="1881"/>
            </a:lvl2pPr>
            <a:lvl3pPr indent="0" marL="859993">
              <a:buNone/>
              <a:defRPr b="1" sz="1693"/>
            </a:lvl3pPr>
            <a:lvl4pPr indent="0" marL="1289990">
              <a:buNone/>
              <a:defRPr b="1" sz="1505"/>
            </a:lvl4pPr>
            <a:lvl5pPr indent="0" marL="1719986">
              <a:buNone/>
              <a:defRPr b="1" sz="1505"/>
            </a:lvl5pPr>
            <a:lvl6pPr indent="0" marL="2149983">
              <a:buNone/>
              <a:defRPr b="1" sz="1505"/>
            </a:lvl6pPr>
            <a:lvl7pPr indent="0" marL="2579980">
              <a:buNone/>
              <a:defRPr b="1" sz="1505"/>
            </a:lvl7pPr>
            <a:lvl8pPr indent="0" marL="3009976">
              <a:buNone/>
              <a:defRPr b="1" sz="1505"/>
            </a:lvl8pPr>
            <a:lvl9pPr indent="0" marL="3439973">
              <a:buNone/>
              <a:defRPr b="1" sz="1505"/>
            </a:lvl9pPr>
          </a:lstStyle>
          <a:p>
            <a:pPr lvl="0"/>
            <a:r>
              <a:rPr lang="es-ES"/>
              <a:t>Haga clic para modificar los estilos de texto del patrón</a:t>
            </a:r>
          </a:p>
        </p:txBody>
      </p:sp>
      <p:sp>
        <p:nvSpPr>
          <p:cNvPr id="1048649" name="Content Placeholder 5"/>
          <p:cNvSpPr>
            <a:spLocks noGrp="1"/>
          </p:cNvSpPr>
          <p:nvPr>
            <p:ph sz="quarter" idx="4"/>
          </p:nvPr>
        </p:nvSpPr>
        <p:spPr>
          <a:xfrm>
            <a:off x="5804922" y="2505075"/>
            <a:ext cx="4874762" cy="3684588"/>
          </a:xfrm>
        </p:spPr>
        <p:txBody>
          <a:bodyPr/>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lang="en-US"/>
          </a:p>
        </p:txBody>
      </p:sp>
      <p:sp>
        <p:nvSpPr>
          <p:cNvPr id="1048650" name="Date Placeholder 6"/>
          <p:cNvSpPr>
            <a:spLocks noGrp="1"/>
          </p:cNvSpPr>
          <p:nvPr>
            <p:ph type="dt" sz="half" idx="10"/>
          </p:nvPr>
        </p:nvSpPr>
        <p:spPr/>
        <p:txBody>
          <a:bodyPr/>
          <a:p>
            <a:fld id="{36CCD499-ABA9-4152-BE4C-9EA52FE70224}" type="datetimeFigureOut">
              <a:rPr lang="es-CO" smtClean="0"/>
              <a:t>30/10/2025</a:t>
            </a:fld>
            <a:endParaRPr lang="es-CO"/>
          </a:p>
        </p:txBody>
      </p:sp>
      <p:sp>
        <p:nvSpPr>
          <p:cNvPr id="1048651" name="Footer Placeholder 7"/>
          <p:cNvSpPr>
            <a:spLocks noGrp="1"/>
          </p:cNvSpPr>
          <p:nvPr>
            <p:ph type="ftr" sz="quarter" idx="11"/>
          </p:nvPr>
        </p:nvSpPr>
        <p:spPr/>
        <p:txBody>
          <a:bodyPr/>
          <a:p>
            <a:endParaRPr lang="es-CO"/>
          </a:p>
        </p:txBody>
      </p:sp>
      <p:sp>
        <p:nvSpPr>
          <p:cNvPr id="1048652" name="Slide Number Placeholder 8"/>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Solo el título">
    <p:spTree>
      <p:nvGrpSpPr>
        <p:cNvPr id="38" name=""/>
        <p:cNvGrpSpPr/>
        <p:nvPr/>
      </p:nvGrpSpPr>
      <p:grpSpPr>
        <a:xfrm>
          <a:off x="0" y="0"/>
          <a:ext cx="0" cy="0"/>
          <a:chOff x="0" y="0"/>
          <a:chExt cx="0" cy="0"/>
        </a:xfrm>
      </p:grpSpPr>
      <p:sp>
        <p:nvSpPr>
          <p:cNvPr id="1048614" name="Title 1"/>
          <p:cNvSpPr>
            <a:spLocks noGrp="1"/>
          </p:cNvSpPr>
          <p:nvPr>
            <p:ph type="title"/>
          </p:nvPr>
        </p:nvSpPr>
        <p:spPr/>
        <p:txBody>
          <a:bodyPr/>
          <a:p>
            <a:r>
              <a:rPr lang="es-ES"/>
              <a:t>Haga clic para modificar el estilo de título del patrón</a:t>
            </a:r>
            <a:endParaRPr dirty="0" lang="en-US"/>
          </a:p>
        </p:txBody>
      </p:sp>
      <p:sp>
        <p:nvSpPr>
          <p:cNvPr id="1048615" name="Date Placeholder 2"/>
          <p:cNvSpPr>
            <a:spLocks noGrp="1"/>
          </p:cNvSpPr>
          <p:nvPr>
            <p:ph type="dt" sz="half" idx="10"/>
          </p:nvPr>
        </p:nvSpPr>
        <p:spPr/>
        <p:txBody>
          <a:bodyPr/>
          <a:p>
            <a:fld id="{36CCD499-ABA9-4152-BE4C-9EA52FE70224}" type="datetimeFigureOut">
              <a:rPr lang="es-CO" smtClean="0"/>
              <a:t>30/10/2025</a:t>
            </a:fld>
            <a:endParaRPr lang="es-CO"/>
          </a:p>
        </p:txBody>
      </p:sp>
      <p:sp>
        <p:nvSpPr>
          <p:cNvPr id="1048616" name="Footer Placeholder 3"/>
          <p:cNvSpPr>
            <a:spLocks noGrp="1"/>
          </p:cNvSpPr>
          <p:nvPr>
            <p:ph type="ftr" sz="quarter" idx="11"/>
          </p:nvPr>
        </p:nvSpPr>
        <p:spPr/>
        <p:txBody>
          <a:bodyPr/>
          <a:p>
            <a:endParaRPr lang="es-CO"/>
          </a:p>
        </p:txBody>
      </p:sp>
      <p:sp>
        <p:nvSpPr>
          <p:cNvPr id="1048617" name="Slide Number Placeholder 4"/>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En blanco">
    <p:spTree>
      <p:nvGrpSpPr>
        <p:cNvPr id="45" name=""/>
        <p:cNvGrpSpPr/>
        <p:nvPr/>
      </p:nvGrpSpPr>
      <p:grpSpPr>
        <a:xfrm>
          <a:off x="0" y="0"/>
          <a:ext cx="0" cy="0"/>
          <a:chOff x="0" y="0"/>
          <a:chExt cx="0" cy="0"/>
        </a:xfrm>
      </p:grpSpPr>
      <p:sp>
        <p:nvSpPr>
          <p:cNvPr id="1048653" name="Date Placeholder 1"/>
          <p:cNvSpPr>
            <a:spLocks noGrp="1"/>
          </p:cNvSpPr>
          <p:nvPr>
            <p:ph type="dt" sz="half" idx="10"/>
          </p:nvPr>
        </p:nvSpPr>
        <p:spPr/>
        <p:txBody>
          <a:bodyPr/>
          <a:p>
            <a:fld id="{36CCD499-ABA9-4152-BE4C-9EA52FE70224}" type="datetimeFigureOut">
              <a:rPr lang="es-CO" smtClean="0"/>
              <a:t>30/10/2025</a:t>
            </a:fld>
            <a:endParaRPr lang="es-CO"/>
          </a:p>
        </p:txBody>
      </p:sp>
      <p:sp>
        <p:nvSpPr>
          <p:cNvPr id="1048654" name="Footer Placeholder 2"/>
          <p:cNvSpPr>
            <a:spLocks noGrp="1"/>
          </p:cNvSpPr>
          <p:nvPr>
            <p:ph type="ftr" sz="quarter" idx="11"/>
          </p:nvPr>
        </p:nvSpPr>
        <p:spPr/>
        <p:txBody>
          <a:bodyPr/>
          <a:p>
            <a:endParaRPr lang="es-CO"/>
          </a:p>
        </p:txBody>
      </p:sp>
      <p:sp>
        <p:nvSpPr>
          <p:cNvPr id="1048655" name="Slide Number Placeholder 3"/>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ido con título">
    <p:spTree>
      <p:nvGrpSpPr>
        <p:cNvPr id="46" name=""/>
        <p:cNvGrpSpPr/>
        <p:nvPr/>
      </p:nvGrpSpPr>
      <p:grpSpPr>
        <a:xfrm>
          <a:off x="0" y="0"/>
          <a:ext cx="0" cy="0"/>
          <a:chOff x="0" y="0"/>
          <a:chExt cx="0" cy="0"/>
        </a:xfrm>
      </p:grpSpPr>
      <p:sp>
        <p:nvSpPr>
          <p:cNvPr id="1048656" name="Title 1"/>
          <p:cNvSpPr>
            <a:spLocks noGrp="1"/>
          </p:cNvSpPr>
          <p:nvPr>
            <p:ph type="title"/>
          </p:nvPr>
        </p:nvSpPr>
        <p:spPr>
          <a:xfrm>
            <a:off x="789817" y="457200"/>
            <a:ext cx="3698249" cy="1600200"/>
          </a:xfrm>
        </p:spPr>
        <p:txBody>
          <a:bodyPr anchor="b"/>
          <a:lstStyle>
            <a:lvl1pPr>
              <a:defRPr sz="3010"/>
            </a:lvl1pPr>
          </a:lstStyle>
          <a:p>
            <a:r>
              <a:rPr lang="es-ES"/>
              <a:t>Haga clic para modificar el estilo de título del patrón</a:t>
            </a:r>
            <a:endParaRPr dirty="0" lang="en-US"/>
          </a:p>
        </p:txBody>
      </p:sp>
      <p:sp>
        <p:nvSpPr>
          <p:cNvPr id="1048657" name="Content Placeholder 2"/>
          <p:cNvSpPr>
            <a:spLocks noGrp="1"/>
          </p:cNvSpPr>
          <p:nvPr>
            <p:ph idx="1"/>
          </p:nvPr>
        </p:nvSpPr>
        <p:spPr>
          <a:xfrm>
            <a:off x="4874762" y="987426"/>
            <a:ext cx="5804922" cy="4873625"/>
          </a:xfrm>
        </p:spPr>
        <p:txBody>
          <a:bodyPr/>
          <a:lstStyle>
            <a:lvl1pPr>
              <a:defRPr sz="3010"/>
            </a:lvl1pPr>
            <a:lvl2pPr>
              <a:defRPr sz="2633"/>
            </a:lvl2pPr>
            <a:lvl3pPr>
              <a:defRPr sz="2257"/>
            </a:lvl3pPr>
            <a:lvl4pPr>
              <a:defRPr sz="1881"/>
            </a:lvl4pPr>
            <a:lvl5pPr>
              <a:defRPr sz="1881"/>
            </a:lvl5pPr>
            <a:lvl6pPr>
              <a:defRPr sz="1881"/>
            </a:lvl6pPr>
            <a:lvl7pPr>
              <a:defRPr sz="1881"/>
            </a:lvl7pPr>
            <a:lvl8pPr>
              <a:defRPr sz="1881"/>
            </a:lvl8pPr>
            <a:lvl9pPr>
              <a:defRPr sz="1881"/>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lang="en-US"/>
          </a:p>
        </p:txBody>
      </p:sp>
      <p:sp>
        <p:nvSpPr>
          <p:cNvPr id="1048658" name="Text Placeholder 3"/>
          <p:cNvSpPr>
            <a:spLocks noGrp="1"/>
          </p:cNvSpPr>
          <p:nvPr>
            <p:ph type="body" sz="half" idx="2"/>
          </p:nvPr>
        </p:nvSpPr>
        <p:spPr>
          <a:xfrm>
            <a:off x="789817" y="2057400"/>
            <a:ext cx="3698249" cy="3811588"/>
          </a:xfrm>
        </p:spPr>
        <p:txBody>
          <a:bodyPr/>
          <a:lstStyle>
            <a:lvl1pPr indent="0" marL="0">
              <a:buNone/>
              <a:defRPr sz="1505"/>
            </a:lvl1pPr>
            <a:lvl2pPr indent="0" marL="429997">
              <a:buNone/>
              <a:defRPr sz="1317"/>
            </a:lvl2pPr>
            <a:lvl3pPr indent="0" marL="859993">
              <a:buNone/>
              <a:defRPr sz="1129"/>
            </a:lvl3pPr>
            <a:lvl4pPr indent="0" marL="1289990">
              <a:buNone/>
              <a:defRPr sz="940"/>
            </a:lvl4pPr>
            <a:lvl5pPr indent="0" marL="1719986">
              <a:buNone/>
              <a:defRPr sz="940"/>
            </a:lvl5pPr>
            <a:lvl6pPr indent="0" marL="2149983">
              <a:buNone/>
              <a:defRPr sz="940"/>
            </a:lvl6pPr>
            <a:lvl7pPr indent="0" marL="2579980">
              <a:buNone/>
              <a:defRPr sz="940"/>
            </a:lvl7pPr>
            <a:lvl8pPr indent="0" marL="3009976">
              <a:buNone/>
              <a:defRPr sz="940"/>
            </a:lvl8pPr>
            <a:lvl9pPr indent="0" marL="3439973">
              <a:buNone/>
              <a:defRPr sz="940"/>
            </a:lvl9pPr>
          </a:lstStyle>
          <a:p>
            <a:pPr lvl="0"/>
            <a:r>
              <a:rPr lang="es-ES"/>
              <a:t>Haga clic para modificar los estilos de texto del patrón</a:t>
            </a:r>
          </a:p>
        </p:txBody>
      </p:sp>
      <p:sp>
        <p:nvSpPr>
          <p:cNvPr id="1048659" name="Date Placeholder 4"/>
          <p:cNvSpPr>
            <a:spLocks noGrp="1"/>
          </p:cNvSpPr>
          <p:nvPr>
            <p:ph type="dt" sz="half" idx="10"/>
          </p:nvPr>
        </p:nvSpPr>
        <p:spPr/>
        <p:txBody>
          <a:bodyPr/>
          <a:p>
            <a:fld id="{36CCD499-ABA9-4152-BE4C-9EA52FE70224}" type="datetimeFigureOut">
              <a:rPr lang="es-CO" smtClean="0"/>
              <a:t>30/10/2025</a:t>
            </a:fld>
            <a:endParaRPr lang="es-CO"/>
          </a:p>
        </p:txBody>
      </p:sp>
      <p:sp>
        <p:nvSpPr>
          <p:cNvPr id="1048660" name="Footer Placeholder 5"/>
          <p:cNvSpPr>
            <a:spLocks noGrp="1"/>
          </p:cNvSpPr>
          <p:nvPr>
            <p:ph type="ftr" sz="quarter" idx="11"/>
          </p:nvPr>
        </p:nvSpPr>
        <p:spPr/>
        <p:txBody>
          <a:bodyPr/>
          <a:p>
            <a:endParaRPr lang="es-CO"/>
          </a:p>
        </p:txBody>
      </p:sp>
      <p:sp>
        <p:nvSpPr>
          <p:cNvPr id="1048661" name="Slide Number Placeholder 6"/>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Imagen con título">
    <p:spTree>
      <p:nvGrpSpPr>
        <p:cNvPr id="40" name=""/>
        <p:cNvGrpSpPr/>
        <p:nvPr/>
      </p:nvGrpSpPr>
      <p:grpSpPr>
        <a:xfrm>
          <a:off x="0" y="0"/>
          <a:ext cx="0" cy="0"/>
          <a:chOff x="0" y="0"/>
          <a:chExt cx="0" cy="0"/>
        </a:xfrm>
      </p:grpSpPr>
      <p:sp>
        <p:nvSpPr>
          <p:cNvPr id="1048623" name="Title 1"/>
          <p:cNvSpPr>
            <a:spLocks noGrp="1"/>
          </p:cNvSpPr>
          <p:nvPr>
            <p:ph type="title"/>
          </p:nvPr>
        </p:nvSpPr>
        <p:spPr>
          <a:xfrm>
            <a:off x="789817" y="457200"/>
            <a:ext cx="3698249" cy="1600200"/>
          </a:xfrm>
        </p:spPr>
        <p:txBody>
          <a:bodyPr anchor="b"/>
          <a:lstStyle>
            <a:lvl1pPr>
              <a:defRPr sz="3010"/>
            </a:lvl1pPr>
          </a:lstStyle>
          <a:p>
            <a:r>
              <a:rPr lang="es-ES"/>
              <a:t>Haga clic para modificar el estilo de título del patrón</a:t>
            </a:r>
            <a:endParaRPr dirty="0" lang="en-US"/>
          </a:p>
        </p:txBody>
      </p:sp>
      <p:sp>
        <p:nvSpPr>
          <p:cNvPr id="1048624" name="Picture Placeholder 2"/>
          <p:cNvSpPr>
            <a:spLocks noChangeAspect="1" noGrp="1"/>
          </p:cNvSpPr>
          <p:nvPr>
            <p:ph type="pic" idx="1"/>
          </p:nvPr>
        </p:nvSpPr>
        <p:spPr>
          <a:xfrm>
            <a:off x="4874762" y="987426"/>
            <a:ext cx="5804922" cy="4873625"/>
          </a:xfrm>
        </p:spPr>
        <p:txBody>
          <a:bodyPr anchor="t"/>
          <a:lstStyle>
            <a:lvl1pPr indent="0" marL="0">
              <a:buNone/>
              <a:defRPr sz="3010"/>
            </a:lvl1pPr>
            <a:lvl2pPr indent="0" marL="429997">
              <a:buNone/>
              <a:defRPr sz="2633"/>
            </a:lvl2pPr>
            <a:lvl3pPr indent="0" marL="859993">
              <a:buNone/>
              <a:defRPr sz="2257"/>
            </a:lvl3pPr>
            <a:lvl4pPr indent="0" marL="1289990">
              <a:buNone/>
              <a:defRPr sz="1881"/>
            </a:lvl4pPr>
            <a:lvl5pPr indent="0" marL="1719986">
              <a:buNone/>
              <a:defRPr sz="1881"/>
            </a:lvl5pPr>
            <a:lvl6pPr indent="0" marL="2149983">
              <a:buNone/>
              <a:defRPr sz="1881"/>
            </a:lvl6pPr>
            <a:lvl7pPr indent="0" marL="2579980">
              <a:buNone/>
              <a:defRPr sz="1881"/>
            </a:lvl7pPr>
            <a:lvl8pPr indent="0" marL="3009976">
              <a:buNone/>
              <a:defRPr sz="1881"/>
            </a:lvl8pPr>
            <a:lvl9pPr indent="0" marL="3439973">
              <a:buNone/>
              <a:defRPr sz="1881"/>
            </a:lvl9pPr>
          </a:lstStyle>
          <a:p>
            <a:r>
              <a:rPr lang="es-ES"/>
              <a:t>Haga clic en el icono para agregar una imagen</a:t>
            </a:r>
            <a:endParaRPr dirty="0" lang="en-US"/>
          </a:p>
        </p:txBody>
      </p:sp>
      <p:sp>
        <p:nvSpPr>
          <p:cNvPr id="1048625" name="Text Placeholder 3"/>
          <p:cNvSpPr>
            <a:spLocks noGrp="1"/>
          </p:cNvSpPr>
          <p:nvPr>
            <p:ph type="body" sz="half" idx="2"/>
          </p:nvPr>
        </p:nvSpPr>
        <p:spPr>
          <a:xfrm>
            <a:off x="789817" y="2057400"/>
            <a:ext cx="3698249" cy="3811588"/>
          </a:xfrm>
        </p:spPr>
        <p:txBody>
          <a:bodyPr/>
          <a:lstStyle>
            <a:lvl1pPr indent="0" marL="0">
              <a:buNone/>
              <a:defRPr sz="1505"/>
            </a:lvl1pPr>
            <a:lvl2pPr indent="0" marL="429997">
              <a:buNone/>
              <a:defRPr sz="1317"/>
            </a:lvl2pPr>
            <a:lvl3pPr indent="0" marL="859993">
              <a:buNone/>
              <a:defRPr sz="1129"/>
            </a:lvl3pPr>
            <a:lvl4pPr indent="0" marL="1289990">
              <a:buNone/>
              <a:defRPr sz="940"/>
            </a:lvl4pPr>
            <a:lvl5pPr indent="0" marL="1719986">
              <a:buNone/>
              <a:defRPr sz="940"/>
            </a:lvl5pPr>
            <a:lvl6pPr indent="0" marL="2149983">
              <a:buNone/>
              <a:defRPr sz="940"/>
            </a:lvl6pPr>
            <a:lvl7pPr indent="0" marL="2579980">
              <a:buNone/>
              <a:defRPr sz="940"/>
            </a:lvl7pPr>
            <a:lvl8pPr indent="0" marL="3009976">
              <a:buNone/>
              <a:defRPr sz="940"/>
            </a:lvl8pPr>
            <a:lvl9pPr indent="0" marL="3439973">
              <a:buNone/>
              <a:defRPr sz="940"/>
            </a:lvl9pPr>
          </a:lstStyle>
          <a:p>
            <a:pPr lvl="0"/>
            <a:r>
              <a:rPr lang="es-ES"/>
              <a:t>Haga clic para modificar los estilos de texto del patrón</a:t>
            </a:r>
          </a:p>
        </p:txBody>
      </p:sp>
      <p:sp>
        <p:nvSpPr>
          <p:cNvPr id="1048626" name="Date Placeholder 4"/>
          <p:cNvSpPr>
            <a:spLocks noGrp="1"/>
          </p:cNvSpPr>
          <p:nvPr>
            <p:ph type="dt" sz="half" idx="10"/>
          </p:nvPr>
        </p:nvSpPr>
        <p:spPr/>
        <p:txBody>
          <a:bodyPr/>
          <a:p>
            <a:fld id="{36CCD499-ABA9-4152-BE4C-9EA52FE70224}" type="datetimeFigureOut">
              <a:rPr lang="es-CO" smtClean="0"/>
              <a:t>30/10/2025</a:t>
            </a:fld>
            <a:endParaRPr lang="es-CO"/>
          </a:p>
        </p:txBody>
      </p:sp>
      <p:sp>
        <p:nvSpPr>
          <p:cNvPr id="1048627" name="Footer Placeholder 5"/>
          <p:cNvSpPr>
            <a:spLocks noGrp="1"/>
          </p:cNvSpPr>
          <p:nvPr>
            <p:ph type="ftr" sz="quarter" idx="11"/>
          </p:nvPr>
        </p:nvSpPr>
        <p:spPr/>
        <p:txBody>
          <a:bodyPr/>
          <a:p>
            <a:endParaRPr lang="es-CO"/>
          </a:p>
        </p:txBody>
      </p:sp>
      <p:sp>
        <p:nvSpPr>
          <p:cNvPr id="1048628" name="Slide Number Placeholder 6"/>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ítulo y texto vertical">
    <p:spTree>
      <p:nvGrpSpPr>
        <p:cNvPr id="41" name=""/>
        <p:cNvGrpSpPr/>
        <p:nvPr/>
      </p:nvGrpSpPr>
      <p:grpSpPr>
        <a:xfrm>
          <a:off x="0" y="0"/>
          <a:ext cx="0" cy="0"/>
          <a:chOff x="0" y="0"/>
          <a:chExt cx="0" cy="0"/>
        </a:xfrm>
      </p:grpSpPr>
      <p:sp>
        <p:nvSpPr>
          <p:cNvPr id="1048629" name="Title 1"/>
          <p:cNvSpPr>
            <a:spLocks noGrp="1"/>
          </p:cNvSpPr>
          <p:nvPr>
            <p:ph type="title"/>
          </p:nvPr>
        </p:nvSpPr>
        <p:spPr/>
        <p:txBody>
          <a:bodyPr/>
          <a:p>
            <a:r>
              <a:rPr lang="es-ES"/>
              <a:t>Haga clic para modificar el estilo de título del patrón</a:t>
            </a:r>
            <a:endParaRPr dirty="0" lang="en-US"/>
          </a:p>
        </p:txBody>
      </p:sp>
      <p:sp>
        <p:nvSpPr>
          <p:cNvPr id="1048630" name="Vertical Text Placeholder 2"/>
          <p:cNvSpPr>
            <a:spLocks noGrp="1"/>
          </p:cNvSpPr>
          <p:nvPr>
            <p:ph type="body" orient="vert" idx="1"/>
          </p:nvPr>
        </p:nvSpPr>
        <p:spPr/>
        <p:txBody>
          <a:bodyPr vert="eaVert"/>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lang="en-US"/>
          </a:p>
        </p:txBody>
      </p:sp>
      <p:sp>
        <p:nvSpPr>
          <p:cNvPr id="1048631" name="Date Placeholder 3"/>
          <p:cNvSpPr>
            <a:spLocks noGrp="1"/>
          </p:cNvSpPr>
          <p:nvPr>
            <p:ph type="dt" sz="half" idx="10"/>
          </p:nvPr>
        </p:nvSpPr>
        <p:spPr/>
        <p:txBody>
          <a:bodyPr/>
          <a:p>
            <a:fld id="{36CCD499-ABA9-4152-BE4C-9EA52FE70224}" type="datetimeFigureOut">
              <a:rPr lang="es-CO" smtClean="0"/>
              <a:t>30/10/2025</a:t>
            </a:fld>
            <a:endParaRPr lang="es-CO"/>
          </a:p>
        </p:txBody>
      </p:sp>
      <p:sp>
        <p:nvSpPr>
          <p:cNvPr id="1048632" name="Footer Placeholder 4"/>
          <p:cNvSpPr>
            <a:spLocks noGrp="1"/>
          </p:cNvSpPr>
          <p:nvPr>
            <p:ph type="ftr" sz="quarter" idx="11"/>
          </p:nvPr>
        </p:nvSpPr>
        <p:spPr/>
        <p:txBody>
          <a:bodyPr/>
          <a:p>
            <a:endParaRPr lang="es-CO"/>
          </a:p>
        </p:txBody>
      </p:sp>
      <p:sp>
        <p:nvSpPr>
          <p:cNvPr id="1048633" name="Slide Number Placeholder 5"/>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Título vertical y texto">
    <p:spTree>
      <p:nvGrpSpPr>
        <p:cNvPr id="39" name=""/>
        <p:cNvGrpSpPr/>
        <p:nvPr/>
      </p:nvGrpSpPr>
      <p:grpSpPr>
        <a:xfrm>
          <a:off x="0" y="0"/>
          <a:ext cx="0" cy="0"/>
          <a:chOff x="0" y="0"/>
          <a:chExt cx="0" cy="0"/>
        </a:xfrm>
      </p:grpSpPr>
      <p:sp>
        <p:nvSpPr>
          <p:cNvPr id="1048618" name="Vertical Title 1"/>
          <p:cNvSpPr>
            <a:spLocks noGrp="1"/>
          </p:cNvSpPr>
          <p:nvPr>
            <p:ph type="title" orient="vert"/>
          </p:nvPr>
        </p:nvSpPr>
        <p:spPr>
          <a:xfrm>
            <a:off x="8205723" y="365125"/>
            <a:ext cx="2472467" cy="5811838"/>
          </a:xfrm>
        </p:spPr>
        <p:txBody>
          <a:bodyPr vert="eaVert"/>
          <a:p>
            <a:r>
              <a:rPr lang="es-ES"/>
              <a:t>Haga clic para modificar el estilo de título del patrón</a:t>
            </a:r>
            <a:endParaRPr dirty="0" lang="en-US"/>
          </a:p>
        </p:txBody>
      </p:sp>
      <p:sp>
        <p:nvSpPr>
          <p:cNvPr id="1048619" name="Vertical Text Placeholder 2"/>
          <p:cNvSpPr>
            <a:spLocks noGrp="1"/>
          </p:cNvSpPr>
          <p:nvPr>
            <p:ph type="body" orient="vert" idx="1"/>
          </p:nvPr>
        </p:nvSpPr>
        <p:spPr>
          <a:xfrm>
            <a:off x="788323" y="365125"/>
            <a:ext cx="7274069" cy="5811838"/>
          </a:xfrm>
        </p:spPr>
        <p:txBody>
          <a:bodyPr vert="eaVert"/>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lang="en-US"/>
          </a:p>
        </p:txBody>
      </p:sp>
      <p:sp>
        <p:nvSpPr>
          <p:cNvPr id="1048620" name="Date Placeholder 3"/>
          <p:cNvSpPr>
            <a:spLocks noGrp="1"/>
          </p:cNvSpPr>
          <p:nvPr>
            <p:ph type="dt" sz="half" idx="10"/>
          </p:nvPr>
        </p:nvSpPr>
        <p:spPr/>
        <p:txBody>
          <a:bodyPr/>
          <a:p>
            <a:fld id="{36CCD499-ABA9-4152-BE4C-9EA52FE70224}" type="datetimeFigureOut">
              <a:rPr lang="es-CO" smtClean="0"/>
              <a:t>30/10/2025</a:t>
            </a:fld>
            <a:endParaRPr lang="es-CO"/>
          </a:p>
        </p:txBody>
      </p:sp>
      <p:sp>
        <p:nvSpPr>
          <p:cNvPr id="1048621" name="Footer Placeholder 4"/>
          <p:cNvSpPr>
            <a:spLocks noGrp="1"/>
          </p:cNvSpPr>
          <p:nvPr>
            <p:ph type="ftr" sz="quarter" idx="11"/>
          </p:nvPr>
        </p:nvSpPr>
        <p:spPr/>
        <p:txBody>
          <a:bodyPr/>
          <a:p>
            <a:endParaRPr lang="es-CO"/>
          </a:p>
        </p:txBody>
      </p:sp>
      <p:sp>
        <p:nvSpPr>
          <p:cNvPr id="1048622" name="Slide Number Placeholder 5"/>
          <p:cNvSpPr>
            <a:spLocks noGrp="1"/>
          </p:cNvSpPr>
          <p:nvPr>
            <p:ph type="sldNum" sz="quarter" idx="12"/>
          </p:nvPr>
        </p:nvSpPr>
        <p:spPr/>
        <p:txBody>
          <a:bodyPr/>
          <a:p>
            <a:fld id="{2B9826DD-4AE3-436B-966F-19A41F6DCB4A}" type="slidenum">
              <a:rPr lang="es-CO" smtClean="0"/>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788323" y="365126"/>
            <a:ext cx="9889867" cy="1325563"/>
          </a:xfrm>
          <a:prstGeom prst="rect"/>
        </p:spPr>
        <p:txBody>
          <a:bodyPr anchor="ctr" bIns="45720" lIns="91440" rIns="91440" rtlCol="0" tIns="45720" vert="horz">
            <a:normAutofit/>
          </a:bodyPr>
          <a:p>
            <a:r>
              <a:rPr lang="es-ES"/>
              <a:t>Haga clic para modificar el estilo de título del patrón</a:t>
            </a:r>
            <a:endParaRPr dirty="0" lang="en-US"/>
          </a:p>
        </p:txBody>
      </p:sp>
      <p:sp>
        <p:nvSpPr>
          <p:cNvPr id="1048577" name="Text Placeholder 2"/>
          <p:cNvSpPr>
            <a:spLocks noGrp="1"/>
          </p:cNvSpPr>
          <p:nvPr>
            <p:ph type="body" idx="1"/>
          </p:nvPr>
        </p:nvSpPr>
        <p:spPr>
          <a:xfrm>
            <a:off x="788323" y="1825625"/>
            <a:ext cx="9889867" cy="4351338"/>
          </a:xfrm>
          <a:prstGeom prst="rect"/>
        </p:spPr>
        <p:txBody>
          <a:bodyPr bIns="45720" lIns="91440" rIns="91440" rtlCol="0" tIns="45720" vert="horz">
            <a:normAutofit/>
          </a:bodyPr>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lang="en-US"/>
          </a:p>
        </p:txBody>
      </p:sp>
      <p:sp>
        <p:nvSpPr>
          <p:cNvPr id="1048578" name="Date Placeholder 3"/>
          <p:cNvSpPr>
            <a:spLocks noGrp="1"/>
          </p:cNvSpPr>
          <p:nvPr>
            <p:ph type="dt" sz="half" idx="2"/>
          </p:nvPr>
        </p:nvSpPr>
        <p:spPr>
          <a:xfrm>
            <a:off x="788323" y="6356351"/>
            <a:ext cx="2579965" cy="365125"/>
          </a:xfrm>
          <a:prstGeom prst="rect"/>
        </p:spPr>
        <p:txBody>
          <a:bodyPr anchor="ctr" bIns="45720" lIns="91440" rIns="91440" rtlCol="0" tIns="45720" vert="horz"/>
          <a:lstStyle>
            <a:lvl1pPr algn="l">
              <a:defRPr sz="1129">
                <a:solidFill>
                  <a:schemeClr val="tx1">
                    <a:tint val="75000"/>
                  </a:schemeClr>
                </a:solidFill>
              </a:defRPr>
            </a:lvl1pPr>
          </a:lstStyle>
          <a:p>
            <a:fld id="{36CCD499-ABA9-4152-BE4C-9EA52FE70224}" type="datetimeFigureOut">
              <a:rPr lang="es-CO" smtClean="0"/>
              <a:t>30/10/2025</a:t>
            </a:fld>
            <a:endParaRPr lang="es-CO"/>
          </a:p>
        </p:txBody>
      </p:sp>
      <p:sp>
        <p:nvSpPr>
          <p:cNvPr id="1048579" name="Footer Placeholder 4"/>
          <p:cNvSpPr>
            <a:spLocks noGrp="1"/>
          </p:cNvSpPr>
          <p:nvPr>
            <p:ph type="ftr" sz="quarter" idx="3"/>
          </p:nvPr>
        </p:nvSpPr>
        <p:spPr>
          <a:xfrm>
            <a:off x="3798283" y="6356351"/>
            <a:ext cx="3869948" cy="365125"/>
          </a:xfrm>
          <a:prstGeom prst="rect"/>
        </p:spPr>
        <p:txBody>
          <a:bodyPr anchor="ctr" bIns="45720" lIns="91440" rIns="91440" rtlCol="0" tIns="45720" vert="horz"/>
          <a:lstStyle>
            <a:lvl1pPr algn="ctr">
              <a:defRPr sz="1129">
                <a:solidFill>
                  <a:schemeClr val="tx1">
                    <a:tint val="75000"/>
                  </a:schemeClr>
                </a:solidFill>
              </a:defRPr>
            </a:lvl1pPr>
          </a:lstStyle>
          <a:p>
            <a:endParaRPr lang="es-CO"/>
          </a:p>
        </p:txBody>
      </p:sp>
      <p:sp>
        <p:nvSpPr>
          <p:cNvPr id="1048580" name="Slide Number Placeholder 5"/>
          <p:cNvSpPr>
            <a:spLocks noGrp="1"/>
          </p:cNvSpPr>
          <p:nvPr>
            <p:ph type="sldNum" sz="quarter" idx="4"/>
          </p:nvPr>
        </p:nvSpPr>
        <p:spPr>
          <a:xfrm>
            <a:off x="8098225" y="6356351"/>
            <a:ext cx="2579965" cy="365125"/>
          </a:xfrm>
          <a:prstGeom prst="rect"/>
        </p:spPr>
        <p:txBody>
          <a:bodyPr anchor="ctr" bIns="45720" lIns="91440" rIns="91440" rtlCol="0" tIns="45720" vert="horz"/>
          <a:lstStyle>
            <a:lvl1pPr algn="r">
              <a:defRPr sz="1129">
                <a:solidFill>
                  <a:schemeClr val="tx1">
                    <a:tint val="75000"/>
                  </a:schemeClr>
                </a:solidFill>
              </a:defRPr>
            </a:lvl1pPr>
          </a:lstStyle>
          <a:p>
            <a:fld id="{2B9826DD-4AE3-436B-966F-19A41F6DCB4A}" type="slidenum">
              <a:rPr lang="es-CO" smtClean="0"/>
              <a:t>‹Nº›</a:t>
            </a:fld>
            <a:endParaRPr lang="es-CO"/>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59993" eaLnBrk="1" hangingPunct="1" latinLnBrk="0" rtl="0">
        <a:lnSpc>
          <a:spcPct val="90000"/>
        </a:lnSpc>
        <a:spcBef>
          <a:spcPct val="0"/>
        </a:spcBef>
        <a:buNone/>
        <a:defRPr sz="4138" kern="1200">
          <a:solidFill>
            <a:schemeClr val="tx1"/>
          </a:solidFill>
          <a:latin typeface="+mj-lt"/>
          <a:ea typeface="+mj-ea"/>
          <a:cs typeface="+mj-cs"/>
        </a:defRPr>
      </a:lvl1pPr>
    </p:titleStyle>
    <p:bodyStyle>
      <a:lvl1pPr algn="l" defTabSz="859993" eaLnBrk="1" hangingPunct="1" indent="-214998" latinLnBrk="0" marL="214998" rtl="0">
        <a:lnSpc>
          <a:spcPct val="90000"/>
        </a:lnSpc>
        <a:spcBef>
          <a:spcPts val="940"/>
        </a:spcBef>
        <a:buFont typeface="Arial" panose="020B0604020202020204" pitchFamily="34" charset="0"/>
        <a:buChar char="•"/>
        <a:defRPr sz="2633" kern="1200">
          <a:solidFill>
            <a:schemeClr val="tx1"/>
          </a:solidFill>
          <a:latin typeface="+mn-lt"/>
          <a:ea typeface="+mn-ea"/>
          <a:cs typeface="+mn-cs"/>
        </a:defRPr>
      </a:lvl1pPr>
      <a:lvl2pPr algn="l" defTabSz="859993" eaLnBrk="1" hangingPunct="1" indent="-214998" latinLnBrk="0" marL="644995" rtl="0">
        <a:lnSpc>
          <a:spcPct val="90000"/>
        </a:lnSpc>
        <a:spcBef>
          <a:spcPts val="470"/>
        </a:spcBef>
        <a:buFont typeface="Arial" panose="020B0604020202020204" pitchFamily="34" charset="0"/>
        <a:buChar char="•"/>
        <a:defRPr sz="2257" kern="1200">
          <a:solidFill>
            <a:schemeClr val="tx1"/>
          </a:solidFill>
          <a:latin typeface="+mn-lt"/>
          <a:ea typeface="+mn-ea"/>
          <a:cs typeface="+mn-cs"/>
        </a:defRPr>
      </a:lvl2pPr>
      <a:lvl3pPr algn="l" defTabSz="859993" eaLnBrk="1" hangingPunct="1" indent="-214998" latinLnBrk="0" marL="1074992" rtl="0">
        <a:lnSpc>
          <a:spcPct val="90000"/>
        </a:lnSpc>
        <a:spcBef>
          <a:spcPts val="470"/>
        </a:spcBef>
        <a:buFont typeface="Arial" panose="020B0604020202020204" pitchFamily="34" charset="0"/>
        <a:buChar char="•"/>
        <a:defRPr sz="1881" kern="1200">
          <a:solidFill>
            <a:schemeClr val="tx1"/>
          </a:solidFill>
          <a:latin typeface="+mn-lt"/>
          <a:ea typeface="+mn-ea"/>
          <a:cs typeface="+mn-cs"/>
        </a:defRPr>
      </a:lvl3pPr>
      <a:lvl4pPr algn="l" defTabSz="859993" eaLnBrk="1" hangingPunct="1" indent="-214998" latinLnBrk="0" marL="1504988"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4pPr>
      <a:lvl5pPr algn="l" defTabSz="859993" eaLnBrk="1" hangingPunct="1" indent="-214998" latinLnBrk="0" marL="1934985"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5pPr>
      <a:lvl6pPr algn="l" defTabSz="859993" eaLnBrk="1" hangingPunct="1" indent="-214998" latinLnBrk="0" marL="2364981"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6pPr>
      <a:lvl7pPr algn="l" defTabSz="859993" eaLnBrk="1" hangingPunct="1" indent="-214998" latinLnBrk="0" marL="2794978"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7pPr>
      <a:lvl8pPr algn="l" defTabSz="859993" eaLnBrk="1" hangingPunct="1" indent="-214998" latinLnBrk="0" marL="3224975"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8pPr>
      <a:lvl9pPr algn="l" defTabSz="859993" eaLnBrk="1" hangingPunct="1" indent="-214998" latinLnBrk="0" marL="3654971"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9pPr>
    </p:bodyStyle>
    <p:otherStyle>
      <a:defPPr>
        <a:defRPr lang="en-US"/>
      </a:defPPr>
      <a:lvl1pPr algn="l" defTabSz="859993" eaLnBrk="1" hangingPunct="1" latinLnBrk="0" marL="0" rtl="0">
        <a:defRPr sz="1693" kern="1200">
          <a:solidFill>
            <a:schemeClr val="tx1"/>
          </a:solidFill>
          <a:latin typeface="+mn-lt"/>
          <a:ea typeface="+mn-ea"/>
          <a:cs typeface="+mn-cs"/>
        </a:defRPr>
      </a:lvl1pPr>
      <a:lvl2pPr algn="l" defTabSz="859993" eaLnBrk="1" hangingPunct="1" latinLnBrk="0" marL="429997" rtl="0">
        <a:defRPr sz="1693" kern="1200">
          <a:solidFill>
            <a:schemeClr val="tx1"/>
          </a:solidFill>
          <a:latin typeface="+mn-lt"/>
          <a:ea typeface="+mn-ea"/>
          <a:cs typeface="+mn-cs"/>
        </a:defRPr>
      </a:lvl2pPr>
      <a:lvl3pPr algn="l" defTabSz="859993" eaLnBrk="1" hangingPunct="1" latinLnBrk="0" marL="859993" rtl="0">
        <a:defRPr sz="1693" kern="1200">
          <a:solidFill>
            <a:schemeClr val="tx1"/>
          </a:solidFill>
          <a:latin typeface="+mn-lt"/>
          <a:ea typeface="+mn-ea"/>
          <a:cs typeface="+mn-cs"/>
        </a:defRPr>
      </a:lvl3pPr>
      <a:lvl4pPr algn="l" defTabSz="859993" eaLnBrk="1" hangingPunct="1" latinLnBrk="0" marL="1289990" rtl="0">
        <a:defRPr sz="1693" kern="1200">
          <a:solidFill>
            <a:schemeClr val="tx1"/>
          </a:solidFill>
          <a:latin typeface="+mn-lt"/>
          <a:ea typeface="+mn-ea"/>
          <a:cs typeface="+mn-cs"/>
        </a:defRPr>
      </a:lvl4pPr>
      <a:lvl5pPr algn="l" defTabSz="859993" eaLnBrk="1" hangingPunct="1" latinLnBrk="0" marL="1719986" rtl="0">
        <a:defRPr sz="1693" kern="1200">
          <a:solidFill>
            <a:schemeClr val="tx1"/>
          </a:solidFill>
          <a:latin typeface="+mn-lt"/>
          <a:ea typeface="+mn-ea"/>
          <a:cs typeface="+mn-cs"/>
        </a:defRPr>
      </a:lvl5pPr>
      <a:lvl6pPr algn="l" defTabSz="859993" eaLnBrk="1" hangingPunct="1" latinLnBrk="0" marL="2149983" rtl="0">
        <a:defRPr sz="1693" kern="1200">
          <a:solidFill>
            <a:schemeClr val="tx1"/>
          </a:solidFill>
          <a:latin typeface="+mn-lt"/>
          <a:ea typeface="+mn-ea"/>
          <a:cs typeface="+mn-cs"/>
        </a:defRPr>
      </a:lvl6pPr>
      <a:lvl7pPr algn="l" defTabSz="859993" eaLnBrk="1" hangingPunct="1" latinLnBrk="0" marL="2579980" rtl="0">
        <a:defRPr sz="1693" kern="1200">
          <a:solidFill>
            <a:schemeClr val="tx1"/>
          </a:solidFill>
          <a:latin typeface="+mn-lt"/>
          <a:ea typeface="+mn-ea"/>
          <a:cs typeface="+mn-cs"/>
        </a:defRPr>
      </a:lvl7pPr>
      <a:lvl8pPr algn="l" defTabSz="859993" eaLnBrk="1" hangingPunct="1" latinLnBrk="0" marL="3009976" rtl="0">
        <a:defRPr sz="1693" kern="1200">
          <a:solidFill>
            <a:schemeClr val="tx1"/>
          </a:solidFill>
          <a:latin typeface="+mn-lt"/>
          <a:ea typeface="+mn-ea"/>
          <a:cs typeface="+mn-cs"/>
        </a:defRPr>
      </a:lvl8pPr>
      <a:lvl9pPr algn="l" defTabSz="859993" eaLnBrk="1" hangingPunct="1" latinLnBrk="0" marL="3439973" rtl="0">
        <a:defRPr sz="169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7.png"/><Relationship Id="rId3"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8.jpeg"/><Relationship Id="rId3" Type="http://schemas.openxmlformats.org/officeDocument/2006/relationships/image" Target="../media/image9.png"/><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10.tiff"/><Relationship Id="rId3" Type="http://schemas.openxmlformats.org/officeDocument/2006/relationships/image" Target="../media/image11.tiff"/><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pic>
        <p:nvPicPr>
          <p:cNvPr id="2097152" name="Imagen 4"/>
          <p:cNvPicPr>
            <a:picLocks noChangeAspect="1"/>
          </p:cNvPicPr>
          <p:nvPr/>
        </p:nvPicPr>
        <p:blipFill>
          <a:blip xmlns:r="http://schemas.openxmlformats.org/officeDocument/2006/relationships" r:embed="rId1"/>
          <a:srcRect r="706"/>
          <a:stretch>
            <a:fillRect/>
          </a:stretch>
        </p:blipFill>
        <p:spPr>
          <a:xfrm>
            <a:off x="1895" y="0"/>
            <a:ext cx="11464618" cy="6858000"/>
          </a:xfrm>
          <a:prstGeom prst="rect"/>
        </p:spPr>
      </p:pic>
      <p:sp>
        <p:nvSpPr>
          <p:cNvPr id="1048586" name="Título 1"/>
          <p:cNvSpPr>
            <a:spLocks noGrp="1"/>
          </p:cNvSpPr>
          <p:nvPr>
            <p:ph type="ctrTitle"/>
          </p:nvPr>
        </p:nvSpPr>
        <p:spPr>
          <a:xfrm>
            <a:off x="1433314" y="1525486"/>
            <a:ext cx="8599885" cy="2387600"/>
          </a:xfrm>
        </p:spPr>
        <p:txBody>
          <a:bodyPr>
            <a:normAutofit/>
          </a:bodyPr>
          <a:p>
            <a:r>
              <a:rPr b="1" dirty="0" sz="3200" lang="es-ES"/>
              <a:t>Ambiente Inteligente: Sistema de Monitoreo de Temperatura, Humedad y Luz”. Un proyecto que integra sensores ambientales para la medición inteligente y sostenible de variables del entorno</a:t>
            </a:r>
            <a:endParaRPr b="1" dirty="0" sz="3200" lang="es-CO"/>
          </a:p>
        </p:txBody>
      </p:sp>
      <p:sp>
        <p:nvSpPr>
          <p:cNvPr id="1048587" name="Subtítulo 2"/>
          <p:cNvSpPr>
            <a:spLocks noGrp="1"/>
          </p:cNvSpPr>
          <p:nvPr>
            <p:ph type="subTitle" idx="1"/>
          </p:nvPr>
        </p:nvSpPr>
        <p:spPr>
          <a:xfrm>
            <a:off x="1433314" y="4054322"/>
            <a:ext cx="8599885" cy="1655762"/>
          </a:xfrm>
        </p:spPr>
        <p:txBody>
          <a:bodyPr>
            <a:normAutofit lnSpcReduction="10000"/>
          </a:bodyPr>
          <a:p>
            <a:r>
              <a:rPr dirty="0" lang="es-CO"/>
              <a:t>PRESENTADORES:</a:t>
            </a:r>
          </a:p>
          <a:p>
            <a:r>
              <a:rPr dirty="0" lang="es-CO"/>
              <a:t>Docente: Ing. Hector Agudelo</a:t>
            </a:r>
          </a:p>
          <a:p>
            <a:r>
              <a:rPr dirty="0" lang="es-CO"/>
              <a:t>Estudiantes: Yeferson Yesid </a:t>
            </a:r>
            <a:r>
              <a:rPr dirty="0" lang="es-CO" err="1"/>
              <a:t>Rodriguez</a:t>
            </a:r>
            <a:r>
              <a:rPr dirty="0" lang="es-CO"/>
              <a:t> Borja</a:t>
            </a:r>
          </a:p>
          <a:p>
            <a:r>
              <a:rPr dirty="0" lang="es-CO" err="1"/>
              <a:t>Yesnid</a:t>
            </a:r>
            <a:r>
              <a:rPr dirty="0" lang="es-CO"/>
              <a:t> Adriana Guerrero Valencia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pic>
        <p:nvPicPr>
          <p:cNvPr id="2097153" name="Imagen 14"/>
          <p:cNvPicPr>
            <a:picLocks noChangeAspect="1"/>
          </p:cNvPicPr>
          <p:nvPr/>
        </p:nvPicPr>
        <p:blipFill>
          <a:blip xmlns:r="http://schemas.openxmlformats.org/officeDocument/2006/relationships" r:embed="rId1"/>
          <a:stretch>
            <a:fillRect/>
          </a:stretch>
        </p:blipFill>
        <p:spPr>
          <a:xfrm>
            <a:off x="-1" y="10934"/>
            <a:ext cx="11466513" cy="6847065"/>
          </a:xfrm>
          <a:prstGeom prst="rect"/>
        </p:spPr>
      </p:pic>
      <p:sp>
        <p:nvSpPr>
          <p:cNvPr id="1048593" name="Título 15"/>
          <p:cNvSpPr>
            <a:spLocks noGrp="1"/>
          </p:cNvSpPr>
          <p:nvPr>
            <p:ph type="title"/>
          </p:nvPr>
        </p:nvSpPr>
        <p:spPr/>
        <p:txBody>
          <a:bodyPr>
            <a:normAutofit/>
          </a:bodyPr>
          <a:p>
            <a:r>
              <a:rPr dirty="0" sz="4400" lang="es-CO"/>
              <a:t>INTRODUCCIÓN </a:t>
            </a:r>
          </a:p>
        </p:txBody>
      </p:sp>
      <p:sp>
        <p:nvSpPr>
          <p:cNvPr id="1048594" name="Marcador de contenido 16"/>
          <p:cNvSpPr>
            <a:spLocks noGrp="1"/>
          </p:cNvSpPr>
          <p:nvPr>
            <p:ph idx="1"/>
          </p:nvPr>
        </p:nvSpPr>
        <p:spPr/>
        <p:txBody>
          <a:bodyPr>
            <a:normAutofit/>
          </a:bodyPr>
          <a:p>
            <a:pPr algn="just"/>
            <a:r>
              <a:rPr dirty="0" lang="es-ES"/>
              <a:t>El cambio climático ha incrementado la necesidad de monitorear las condiciones atmosféricas en tiempo real. Las estaciones meteorológicas comerciales, aunque precisas, suelen tener costos elevados que limitan su implementación en comunidades o instituciones educativas con recursos limitados.</a:t>
            </a:r>
          </a:p>
          <a:p>
            <a:r>
              <a:rPr dirty="0" lang="es-ES"/>
              <a:t>Este proyecto propone el diseño de una </a:t>
            </a:r>
            <a:r>
              <a:rPr b="1" dirty="0" lang="es-ES"/>
              <a:t>estación meteorológica de bajo costo</a:t>
            </a:r>
            <a:r>
              <a:rPr dirty="0" lang="es-ES"/>
              <a:t>, capaz de medir temperatura, humedad y radiación solar de manera accesible y sostenible.</a:t>
            </a:r>
          </a:p>
          <a:p>
            <a:endParaRPr dirty="0" lang="es-CO"/>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pic>
        <p:nvPicPr>
          <p:cNvPr id="2097154" name="Imagen 14"/>
          <p:cNvPicPr>
            <a:picLocks noChangeAspect="1"/>
          </p:cNvPicPr>
          <p:nvPr/>
        </p:nvPicPr>
        <p:blipFill>
          <a:blip xmlns:r="http://schemas.openxmlformats.org/officeDocument/2006/relationships" r:embed="rId1"/>
          <a:stretch>
            <a:fillRect/>
          </a:stretch>
        </p:blipFill>
        <p:spPr>
          <a:xfrm>
            <a:off x="-1" y="10934"/>
            <a:ext cx="11466513" cy="6847065"/>
          </a:xfrm>
          <a:prstGeom prst="rect"/>
        </p:spPr>
      </p:pic>
      <p:sp>
        <p:nvSpPr>
          <p:cNvPr id="1048595" name="Título 15"/>
          <p:cNvSpPr>
            <a:spLocks noGrp="1"/>
          </p:cNvSpPr>
          <p:nvPr>
            <p:ph type="title"/>
          </p:nvPr>
        </p:nvSpPr>
        <p:spPr/>
        <p:txBody>
          <a:bodyPr>
            <a:normAutofit/>
          </a:bodyPr>
          <a:p>
            <a:r>
              <a:rPr dirty="0" sz="4400" lang="es-CO"/>
              <a:t>OBJETIVOS</a:t>
            </a:r>
          </a:p>
        </p:txBody>
      </p:sp>
      <p:sp>
        <p:nvSpPr>
          <p:cNvPr id="1048596" name="Marcador de contenido 16"/>
          <p:cNvSpPr>
            <a:spLocks noGrp="1"/>
          </p:cNvSpPr>
          <p:nvPr>
            <p:ph idx="1"/>
          </p:nvPr>
        </p:nvSpPr>
        <p:spPr>
          <a:xfrm>
            <a:off x="788321" y="1464547"/>
            <a:ext cx="9889867" cy="4351338"/>
          </a:xfrm>
        </p:spPr>
        <p:txBody>
          <a:bodyPr>
            <a:normAutofit lnSpcReduction="10000"/>
          </a:bodyPr>
          <a:p>
            <a:pPr algn="ctr" indent="0" marL="0">
              <a:buNone/>
            </a:pPr>
            <a:r>
              <a:rPr b="1" dirty="0" lang="es-ES"/>
              <a:t>Objetivo general</a:t>
            </a:r>
          </a:p>
          <a:p>
            <a:pPr algn="just" indent="0" marL="0">
              <a:buNone/>
            </a:pPr>
            <a:r>
              <a:rPr dirty="0" lang="es-ES"/>
              <a:t>Diseñar e implementar una estación meteorológica de bajo costo basada en </a:t>
            </a:r>
            <a:r>
              <a:rPr b="1" dirty="0" lang="es-ES"/>
              <a:t>Arduino UNO</a:t>
            </a:r>
            <a:r>
              <a:rPr dirty="0" lang="es-ES"/>
              <a:t> para monitorear temperatura, humedad, radiación UV e intensidad lumínica.</a:t>
            </a:r>
          </a:p>
          <a:p>
            <a:pPr indent="0" marL="0">
              <a:buNone/>
            </a:pPr>
            <a:endParaRPr dirty="0" lang="es-ES"/>
          </a:p>
          <a:p>
            <a:pPr algn="ctr" indent="0" marL="0">
              <a:buNone/>
            </a:pPr>
            <a:r>
              <a:rPr b="1" dirty="0" lang="es-ES"/>
              <a:t>Objetivos específicos</a:t>
            </a:r>
          </a:p>
          <a:p>
            <a:pPr algn="just" indent="-514350" marL="514350">
              <a:buFont typeface="+mj-lt"/>
              <a:buAutoNum type="arabicPeriod"/>
            </a:pPr>
            <a:r>
              <a:rPr dirty="0" lang="es-ES"/>
              <a:t>Integrar los sensores </a:t>
            </a:r>
            <a:r>
              <a:rPr b="1" dirty="0" lang="es-ES"/>
              <a:t>DHT11</a:t>
            </a:r>
            <a:r>
              <a:rPr dirty="0" lang="es-ES"/>
              <a:t> y </a:t>
            </a:r>
            <a:r>
              <a:rPr b="1" dirty="0" lang="es-ES"/>
              <a:t>SI1145</a:t>
            </a:r>
            <a:r>
              <a:rPr dirty="0" lang="es-ES"/>
              <a:t> para la medición de variables ambientales.</a:t>
            </a:r>
          </a:p>
          <a:p>
            <a:pPr algn="just" indent="-514350" marL="514350">
              <a:buFont typeface="+mj-lt"/>
              <a:buAutoNum type="arabicPeriod"/>
            </a:pPr>
            <a:r>
              <a:rPr dirty="0" lang="es-ES"/>
              <a:t>Desarrollar el software para la adquisición y visualización de datos.</a:t>
            </a:r>
          </a:p>
          <a:p>
            <a:pPr algn="just" indent="-514350" marL="514350">
              <a:buFont typeface="+mj-lt"/>
              <a:buAutoNum type="arabicPeriod"/>
            </a:pPr>
            <a:r>
              <a:rPr dirty="0" lang="es-ES"/>
              <a:t>Evaluar el desempeño del sistema frente a instrumentos de referencia.</a:t>
            </a:r>
          </a:p>
          <a:p>
            <a:endParaRPr dirty="0" lang="es-CO"/>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pic>
        <p:nvPicPr>
          <p:cNvPr id="2097155" name="Imagen 14"/>
          <p:cNvPicPr>
            <a:picLocks noChangeAspect="1"/>
          </p:cNvPicPr>
          <p:nvPr/>
        </p:nvPicPr>
        <p:blipFill>
          <a:blip xmlns:r="http://schemas.openxmlformats.org/officeDocument/2006/relationships" r:embed="rId1"/>
          <a:stretch>
            <a:fillRect/>
          </a:stretch>
        </p:blipFill>
        <p:spPr>
          <a:xfrm>
            <a:off x="-1" y="10934"/>
            <a:ext cx="11466513" cy="6847065"/>
          </a:xfrm>
          <a:prstGeom prst="rect"/>
        </p:spPr>
      </p:pic>
      <p:sp>
        <p:nvSpPr>
          <p:cNvPr id="1048597" name="Título 15"/>
          <p:cNvSpPr>
            <a:spLocks noGrp="1"/>
          </p:cNvSpPr>
          <p:nvPr>
            <p:ph type="title"/>
          </p:nvPr>
        </p:nvSpPr>
        <p:spPr/>
        <p:txBody>
          <a:bodyPr>
            <a:normAutofit/>
          </a:bodyPr>
          <a:p>
            <a:r>
              <a:rPr dirty="0" sz="4400" lang="es-CO"/>
              <a:t>VARIABLES ATMOSFÉRICAS Y SENSORES</a:t>
            </a:r>
          </a:p>
        </p:txBody>
      </p:sp>
      <p:sp>
        <p:nvSpPr>
          <p:cNvPr id="1048598" name="Marcador de texto 2"/>
          <p:cNvSpPr>
            <a:spLocks noGrp="1"/>
          </p:cNvSpPr>
          <p:nvPr>
            <p:ph idx="1"/>
          </p:nvPr>
        </p:nvSpPr>
        <p:spPr/>
        <p:txBody>
          <a:bodyPr/>
          <a:p>
            <a:pPr indent="0" marL="0">
              <a:buNone/>
            </a:pPr>
            <a:r>
              <a:rPr b="1" dirty="0" sz="2800" lang="es-ES"/>
              <a:t>Variables medidas:</a:t>
            </a:r>
            <a:endParaRPr dirty="0" sz="2800" lang="es-ES"/>
          </a:p>
          <a:p>
            <a:r>
              <a:rPr b="1" dirty="0" sz="2800" lang="es-ES"/>
              <a:t> </a:t>
            </a:r>
            <a:r>
              <a:rPr dirty="0" sz="2800" lang="es-CO"/>
              <a:t>🌡️ </a:t>
            </a:r>
            <a:r>
              <a:rPr b="1" dirty="0" sz="2800" lang="es-ES"/>
              <a:t>Temperatura (°C):</a:t>
            </a:r>
            <a:r>
              <a:rPr dirty="0" sz="2800" lang="es-ES"/>
              <a:t> medida por el DHT11, rango 0–50°C, precisión ±2°C.</a:t>
            </a:r>
          </a:p>
          <a:p>
            <a:r>
              <a:rPr dirty="0" sz="2800" lang="es-CO"/>
              <a:t>💧</a:t>
            </a:r>
            <a:r>
              <a:rPr b="1" dirty="0" sz="2800" lang="es-ES"/>
              <a:t>Humedad relativa (%):</a:t>
            </a:r>
            <a:r>
              <a:rPr dirty="0" sz="2800" lang="es-ES"/>
              <a:t> rango 20–80%, precisión ±5%.</a:t>
            </a:r>
          </a:p>
          <a:p>
            <a:r>
              <a:rPr dirty="0" sz="2800" lang="es-CO"/>
              <a:t>☀️</a:t>
            </a:r>
            <a:r>
              <a:rPr b="1" dirty="0" sz="2800" lang="es-ES"/>
              <a:t>Radiación solar y UV:</a:t>
            </a:r>
            <a:r>
              <a:rPr dirty="0" sz="2800" lang="es-ES"/>
              <a:t> detectada por el sensor SI1145.</a:t>
            </a:r>
            <a:br>
              <a:rPr dirty="0" sz="2800" lang="es-ES"/>
            </a:br>
            <a:r>
              <a:rPr dirty="0" sz="2800" lang="es-ES"/>
              <a:t>El sensor distingue radiación </a:t>
            </a:r>
            <a:r>
              <a:rPr b="1" dirty="0" sz="2800" lang="es-ES"/>
              <a:t>directa, difusa y global</a:t>
            </a:r>
            <a:r>
              <a:rPr dirty="0" sz="2800" lang="es-ES"/>
              <a:t>, e identifica los niveles de radiación </a:t>
            </a:r>
            <a:r>
              <a:rPr b="1" dirty="0" sz="2800" lang="es-ES"/>
              <a:t>UVA y UVB</a:t>
            </a:r>
            <a:r>
              <a:rPr dirty="0" sz="2800" lang="es-ES"/>
              <a:t> para calcular el </a:t>
            </a:r>
            <a:r>
              <a:rPr b="1" dirty="0" sz="2800" lang="es-ES"/>
              <a:t>índice UV</a:t>
            </a:r>
            <a:r>
              <a:rPr dirty="0" sz="2800" lang="es-ES"/>
              <a:t>.</a:t>
            </a:r>
          </a:p>
          <a:p>
            <a:endParaRPr dirty="0" lang="es-CO"/>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pic>
        <p:nvPicPr>
          <p:cNvPr id="2097156" name="Imagen 14"/>
          <p:cNvPicPr>
            <a:picLocks noChangeAspect="1"/>
          </p:cNvPicPr>
          <p:nvPr/>
        </p:nvPicPr>
        <p:blipFill>
          <a:blip xmlns:r="http://schemas.openxmlformats.org/officeDocument/2006/relationships" r:embed="rId1"/>
          <a:stretch>
            <a:fillRect/>
          </a:stretch>
        </p:blipFill>
        <p:spPr>
          <a:xfrm>
            <a:off x="-1" y="10935"/>
            <a:ext cx="11466513" cy="6847065"/>
          </a:xfrm>
          <a:prstGeom prst="rect"/>
        </p:spPr>
      </p:pic>
      <p:sp>
        <p:nvSpPr>
          <p:cNvPr id="1048599" name="Título 15"/>
          <p:cNvSpPr>
            <a:spLocks noGrp="1"/>
          </p:cNvSpPr>
          <p:nvPr>
            <p:ph type="title"/>
          </p:nvPr>
        </p:nvSpPr>
        <p:spPr/>
        <p:txBody>
          <a:bodyPr>
            <a:normAutofit/>
          </a:bodyPr>
          <a:p>
            <a:r>
              <a:rPr dirty="0" sz="4400" lang="es-ES"/>
              <a:t>SENSORES SI1145 Y DHT11</a:t>
            </a:r>
            <a:endParaRPr dirty="0" sz="4400" lang="es-CO"/>
          </a:p>
        </p:txBody>
      </p:sp>
      <p:sp>
        <p:nvSpPr>
          <p:cNvPr id="1048600" name="Marcador de contenido 9"/>
          <p:cNvSpPr>
            <a:spLocks noGrp="1"/>
          </p:cNvSpPr>
          <p:nvPr>
            <p:ph idx="1"/>
          </p:nvPr>
        </p:nvSpPr>
        <p:spPr>
          <a:xfrm>
            <a:off x="1369987" y="1563221"/>
            <a:ext cx="4110878" cy="1340822"/>
          </a:xfrm>
        </p:spPr>
        <p:txBody>
          <a:bodyPr>
            <a:normAutofit/>
          </a:bodyPr>
          <a:p>
            <a:pPr algn="just" indent="0" marL="0">
              <a:buNone/>
            </a:pPr>
            <a:r>
              <a:rPr b="1" dirty="0" lang="es-ES"/>
              <a:t>Sensor DHT11:</a:t>
            </a:r>
            <a:r>
              <a:rPr dirty="0" lang="es-ES"/>
              <a:t> mide temperatura y humedad con bajo costo y buena estabilidad.</a:t>
            </a:r>
          </a:p>
        </p:txBody>
      </p:sp>
      <p:pic>
        <p:nvPicPr>
          <p:cNvPr id="2097157" name="Imagen 10"/>
          <p:cNvPicPr>
            <a:picLocks noChangeAspect="1"/>
          </p:cNvPicPr>
          <p:nvPr/>
        </p:nvPicPr>
        <p:blipFill>
          <a:blip xmlns:r="http://schemas.openxmlformats.org/officeDocument/2006/relationships" r:embed="rId2"/>
          <a:srcRect/>
          <a:stretch>
            <a:fillRect/>
          </a:stretch>
        </p:blipFill>
        <p:spPr bwMode="auto">
          <a:xfrm>
            <a:off x="6375957" y="1563221"/>
            <a:ext cx="2779942" cy="1270575"/>
          </a:xfrm>
          <a:prstGeom prst="rect"/>
          <a:noFill/>
        </p:spPr>
      </p:pic>
      <p:pic>
        <p:nvPicPr>
          <p:cNvPr id="2097158" name="Imagen 11"/>
          <p:cNvPicPr>
            <a:picLocks noChangeAspect="1"/>
          </p:cNvPicPr>
          <p:nvPr/>
        </p:nvPicPr>
        <p:blipFill>
          <a:blip xmlns:r="http://schemas.openxmlformats.org/officeDocument/2006/relationships" r:embed="rId3"/>
          <a:srcRect/>
          <a:stretch>
            <a:fillRect/>
          </a:stretch>
        </p:blipFill>
        <p:spPr bwMode="auto">
          <a:xfrm>
            <a:off x="6246859" y="3592088"/>
            <a:ext cx="2909040" cy="2081615"/>
          </a:xfrm>
          <a:prstGeom prst="rect"/>
          <a:noFill/>
        </p:spPr>
      </p:pic>
      <p:sp>
        <p:nvSpPr>
          <p:cNvPr id="1048601" name="Rectángulo: esquinas redondeadas 1"/>
          <p:cNvSpPr/>
          <p:nvPr/>
        </p:nvSpPr>
        <p:spPr>
          <a:xfrm>
            <a:off x="1022555" y="1219199"/>
            <a:ext cx="8760542" cy="2028867"/>
          </a:xfrm>
          <a:prstGeom prst="roundRect"/>
          <a:no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s-CO"/>
          </a:p>
        </p:txBody>
      </p:sp>
      <p:sp>
        <p:nvSpPr>
          <p:cNvPr id="1048602" name="Marcador de contenido 9"/>
          <p:cNvSpPr txBox="1"/>
          <p:nvPr/>
        </p:nvSpPr>
        <p:spPr>
          <a:xfrm>
            <a:off x="1369986" y="3814577"/>
            <a:ext cx="4139785" cy="1859126"/>
          </a:xfrm>
          <a:prstGeom prst="rect"/>
        </p:spPr>
        <p:txBody>
          <a:bodyPr bIns="45720" lIns="91440" rIns="91440" rtlCol="0" tIns="45720" vert="horz">
            <a:normAutofit lnSpcReduction="10000"/>
          </a:bodyPr>
          <a:lstStyle>
            <a:lvl1pPr algn="l" defTabSz="859993" eaLnBrk="1" hangingPunct="1" indent="-214998" latinLnBrk="0" marL="214998" rtl="0">
              <a:lnSpc>
                <a:spcPct val="90000"/>
              </a:lnSpc>
              <a:spcBef>
                <a:spcPts val="940"/>
              </a:spcBef>
              <a:buFont typeface="Arial" panose="020B0604020202020204" pitchFamily="34" charset="0"/>
              <a:buChar char="•"/>
              <a:defRPr sz="2633" kern="1200">
                <a:solidFill>
                  <a:schemeClr val="tx1"/>
                </a:solidFill>
                <a:latin typeface="+mn-lt"/>
                <a:ea typeface="+mn-ea"/>
                <a:cs typeface="+mn-cs"/>
              </a:defRPr>
            </a:lvl1pPr>
            <a:lvl2pPr algn="l" defTabSz="859993" eaLnBrk="1" hangingPunct="1" indent="-214998" latinLnBrk="0" marL="644995" rtl="0">
              <a:lnSpc>
                <a:spcPct val="90000"/>
              </a:lnSpc>
              <a:spcBef>
                <a:spcPts val="470"/>
              </a:spcBef>
              <a:buFont typeface="Arial" panose="020B0604020202020204" pitchFamily="34" charset="0"/>
              <a:buChar char="•"/>
              <a:defRPr sz="2257" kern="1200">
                <a:solidFill>
                  <a:schemeClr val="tx1"/>
                </a:solidFill>
                <a:latin typeface="+mn-lt"/>
                <a:ea typeface="+mn-ea"/>
                <a:cs typeface="+mn-cs"/>
              </a:defRPr>
            </a:lvl2pPr>
            <a:lvl3pPr algn="l" defTabSz="859993" eaLnBrk="1" hangingPunct="1" indent="-214998" latinLnBrk="0" marL="1074992" rtl="0">
              <a:lnSpc>
                <a:spcPct val="90000"/>
              </a:lnSpc>
              <a:spcBef>
                <a:spcPts val="470"/>
              </a:spcBef>
              <a:buFont typeface="Arial" panose="020B0604020202020204" pitchFamily="34" charset="0"/>
              <a:buChar char="•"/>
              <a:defRPr sz="1881" kern="1200">
                <a:solidFill>
                  <a:schemeClr val="tx1"/>
                </a:solidFill>
                <a:latin typeface="+mn-lt"/>
                <a:ea typeface="+mn-ea"/>
                <a:cs typeface="+mn-cs"/>
              </a:defRPr>
            </a:lvl3pPr>
            <a:lvl4pPr algn="l" defTabSz="859993" eaLnBrk="1" hangingPunct="1" indent="-214998" latinLnBrk="0" marL="1504988"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4pPr>
            <a:lvl5pPr algn="l" defTabSz="859993" eaLnBrk="1" hangingPunct="1" indent="-214998" latinLnBrk="0" marL="1934985"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5pPr>
            <a:lvl6pPr algn="l" defTabSz="859993" eaLnBrk="1" hangingPunct="1" indent="-214998" latinLnBrk="0" marL="2364981"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6pPr>
            <a:lvl7pPr algn="l" defTabSz="859993" eaLnBrk="1" hangingPunct="1" indent="-214998" latinLnBrk="0" marL="2794978"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7pPr>
            <a:lvl8pPr algn="l" defTabSz="859993" eaLnBrk="1" hangingPunct="1" indent="-214998" latinLnBrk="0" marL="3224975"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8pPr>
            <a:lvl9pPr algn="l" defTabSz="859993" eaLnBrk="1" hangingPunct="1" indent="-214998" latinLnBrk="0" marL="3654971" rtl="0">
              <a:lnSpc>
                <a:spcPct val="90000"/>
              </a:lnSpc>
              <a:spcBef>
                <a:spcPts val="470"/>
              </a:spcBef>
              <a:buFont typeface="Arial" panose="020B0604020202020204" pitchFamily="34" charset="0"/>
              <a:buChar char="•"/>
              <a:defRPr sz="1693" kern="1200">
                <a:solidFill>
                  <a:schemeClr val="tx1"/>
                </a:solidFill>
                <a:latin typeface="+mn-lt"/>
                <a:ea typeface="+mn-ea"/>
                <a:cs typeface="+mn-cs"/>
              </a:defRPr>
            </a:lvl9pPr>
          </a:lstStyle>
          <a:p>
            <a:pPr algn="just" indent="0" marL="0">
              <a:buNone/>
            </a:pPr>
            <a:r>
              <a:rPr b="1" dirty="0" lang="es-ES"/>
              <a:t>Sensor SI1145:</a:t>
            </a:r>
            <a:r>
              <a:rPr dirty="0" lang="es-ES"/>
              <a:t> mide luz visible, infrarroja y radiación UV con salida digital compatible con Arduino (I2C).</a:t>
            </a:r>
            <a:endParaRPr dirty="0" lang="es-CO"/>
          </a:p>
        </p:txBody>
      </p:sp>
      <p:sp>
        <p:nvSpPr>
          <p:cNvPr id="1048603" name="Rectángulo: esquinas redondeadas 3"/>
          <p:cNvSpPr/>
          <p:nvPr/>
        </p:nvSpPr>
        <p:spPr>
          <a:xfrm>
            <a:off x="1022555" y="3322340"/>
            <a:ext cx="8760542" cy="2477729"/>
          </a:xfrm>
          <a:prstGeom prst="roundRect"/>
          <a:no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s-CO"/>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pic>
        <p:nvPicPr>
          <p:cNvPr id="2097159" name="Imagen 14"/>
          <p:cNvPicPr>
            <a:picLocks noChangeAspect="1"/>
          </p:cNvPicPr>
          <p:nvPr/>
        </p:nvPicPr>
        <p:blipFill>
          <a:blip xmlns:r="http://schemas.openxmlformats.org/officeDocument/2006/relationships" r:embed="rId1"/>
          <a:stretch>
            <a:fillRect/>
          </a:stretch>
        </p:blipFill>
        <p:spPr>
          <a:xfrm>
            <a:off x="-1" y="10934"/>
            <a:ext cx="11466513" cy="6847065"/>
          </a:xfrm>
          <a:prstGeom prst="rect"/>
        </p:spPr>
      </p:pic>
      <p:sp>
        <p:nvSpPr>
          <p:cNvPr id="1048604" name="Título 15"/>
          <p:cNvSpPr>
            <a:spLocks noGrp="1"/>
          </p:cNvSpPr>
          <p:nvPr>
            <p:ph type="title"/>
          </p:nvPr>
        </p:nvSpPr>
        <p:spPr/>
        <p:txBody>
          <a:bodyPr>
            <a:normAutofit/>
          </a:bodyPr>
          <a:p>
            <a:r>
              <a:rPr dirty="0" sz="4400" lang="es-CO"/>
              <a:t>DISEÑO E IMPLEMENTACIÓN</a:t>
            </a:r>
          </a:p>
        </p:txBody>
      </p:sp>
      <p:sp>
        <p:nvSpPr>
          <p:cNvPr id="1048605" name="Marcador de contenido 16"/>
          <p:cNvSpPr>
            <a:spLocks noGrp="1"/>
          </p:cNvSpPr>
          <p:nvPr>
            <p:ph idx="1"/>
          </p:nvPr>
        </p:nvSpPr>
        <p:spPr>
          <a:xfrm>
            <a:off x="788323" y="1690689"/>
            <a:ext cx="9889867" cy="4351338"/>
          </a:xfrm>
        </p:spPr>
        <p:txBody>
          <a:bodyPr>
            <a:normAutofit/>
          </a:bodyPr>
          <a:p>
            <a:pPr indent="0" marL="0">
              <a:buNone/>
            </a:pPr>
            <a:r>
              <a:rPr dirty="0" lang="es-ES"/>
              <a:t>El sistema se compone de:</a:t>
            </a:r>
          </a:p>
          <a:p>
            <a:r>
              <a:rPr b="1" dirty="0" lang="es-ES"/>
              <a:t>Arduino UNO</a:t>
            </a:r>
            <a:r>
              <a:rPr dirty="0" lang="es-ES"/>
              <a:t> como unidad central de control.</a:t>
            </a:r>
          </a:p>
          <a:p>
            <a:r>
              <a:rPr b="1" dirty="0" lang="es-ES"/>
              <a:t>Sensor DHT11</a:t>
            </a:r>
            <a:r>
              <a:rPr dirty="0" lang="es-ES"/>
              <a:t> para temperatura y humedad.</a:t>
            </a:r>
          </a:p>
          <a:p>
            <a:r>
              <a:rPr b="1" dirty="0" lang="es-ES"/>
              <a:t>Sensor SI1145</a:t>
            </a:r>
            <a:r>
              <a:rPr dirty="0" lang="es-ES"/>
              <a:t> para radiación UV y luz.</a:t>
            </a:r>
          </a:p>
          <a:p>
            <a:r>
              <a:rPr b="1" dirty="0" lang="es-ES" err="1"/>
              <a:t>Protoboard</a:t>
            </a:r>
            <a:r>
              <a:rPr b="1" dirty="0" lang="es-ES"/>
              <a:t> y cables</a:t>
            </a:r>
            <a:r>
              <a:rPr dirty="0" lang="es-ES"/>
              <a:t> para la interconexión.</a:t>
            </a:r>
          </a:p>
          <a:p>
            <a:pPr indent="0" marL="0">
              <a:buNone/>
            </a:pPr>
            <a:br>
              <a:rPr dirty="0" lang="es-ES"/>
            </a:br>
            <a:r>
              <a:rPr dirty="0" lang="es-ES"/>
              <a:t>El software fue desarrollado en </a:t>
            </a:r>
            <a:r>
              <a:rPr b="1" dirty="0" lang="es-ES"/>
              <a:t>Arduino IDE</a:t>
            </a:r>
            <a:r>
              <a:rPr dirty="0" lang="es-ES"/>
              <a:t>, permitiendo la lectura, procesamiento y visualización de datos mediante </a:t>
            </a:r>
            <a:r>
              <a:rPr b="1" dirty="0" lang="es-ES"/>
              <a:t>monitor serial o interfaz gráfica</a:t>
            </a:r>
            <a:r>
              <a:rPr dirty="0" lang="es-ES"/>
              <a:t>.</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pic>
        <p:nvPicPr>
          <p:cNvPr id="2097160" name="Imagen 14"/>
          <p:cNvPicPr>
            <a:picLocks noChangeAspect="1"/>
          </p:cNvPicPr>
          <p:nvPr/>
        </p:nvPicPr>
        <p:blipFill>
          <a:blip xmlns:r="http://schemas.openxmlformats.org/officeDocument/2006/relationships" r:embed="rId1"/>
          <a:stretch>
            <a:fillRect/>
          </a:stretch>
        </p:blipFill>
        <p:spPr>
          <a:xfrm>
            <a:off x="-1" y="10934"/>
            <a:ext cx="11466513" cy="6847065"/>
          </a:xfrm>
          <a:prstGeom prst="rect"/>
        </p:spPr>
      </p:pic>
      <p:sp>
        <p:nvSpPr>
          <p:cNvPr id="1048606" name="Título 15"/>
          <p:cNvSpPr>
            <a:spLocks noGrp="1"/>
          </p:cNvSpPr>
          <p:nvPr>
            <p:ph type="title"/>
          </p:nvPr>
        </p:nvSpPr>
        <p:spPr/>
        <p:txBody>
          <a:bodyPr>
            <a:normAutofit/>
          </a:bodyPr>
          <a:p>
            <a:r>
              <a:rPr dirty="0" sz="4400" lang="es-CO"/>
              <a:t>DISEÑO E IMPLEMENTACIÓN</a:t>
            </a:r>
          </a:p>
        </p:txBody>
      </p:sp>
      <p:pic>
        <p:nvPicPr>
          <p:cNvPr id="2097161" name="Marcador de contenido 1"/>
          <p:cNvPicPr>
            <a:picLocks noChangeAspect="1" noGrp="1"/>
          </p:cNvPicPr>
          <p:nvPr>
            <p:ph idx="1"/>
          </p:nvPr>
        </p:nvPicPr>
        <p:blipFill>
          <a:blip xmlns:r="http://schemas.openxmlformats.org/officeDocument/2006/relationships" r:embed="rId2"/>
          <a:srcRect/>
          <a:stretch>
            <a:fillRect/>
          </a:stretch>
        </p:blipFill>
        <p:spPr bwMode="auto">
          <a:xfrm>
            <a:off x="494600" y="1998292"/>
            <a:ext cx="5129840" cy="2861416"/>
          </a:xfrm>
          <a:prstGeom prst="rect"/>
          <a:noFill/>
        </p:spPr>
      </p:pic>
      <p:pic>
        <p:nvPicPr>
          <p:cNvPr id="2097162" name="Imagen 5"/>
          <p:cNvPicPr>
            <a:picLocks noChangeAspect="1"/>
          </p:cNvPicPr>
          <p:nvPr/>
        </p:nvPicPr>
        <p:blipFill>
          <a:blip xmlns:r="http://schemas.openxmlformats.org/officeDocument/2006/relationships" r:embed="rId3"/>
          <a:stretch>
            <a:fillRect/>
          </a:stretch>
        </p:blipFill>
        <p:spPr>
          <a:xfrm>
            <a:off x="5733255" y="1787013"/>
            <a:ext cx="4699000" cy="3429000"/>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pic>
        <p:nvPicPr>
          <p:cNvPr id="2097163" name="Imagen 14"/>
          <p:cNvPicPr>
            <a:picLocks noChangeAspect="1"/>
          </p:cNvPicPr>
          <p:nvPr/>
        </p:nvPicPr>
        <p:blipFill>
          <a:blip xmlns:r="http://schemas.openxmlformats.org/officeDocument/2006/relationships" r:embed="rId1"/>
          <a:stretch>
            <a:fillRect/>
          </a:stretch>
        </p:blipFill>
        <p:spPr>
          <a:xfrm>
            <a:off x="-1" y="10935"/>
            <a:ext cx="11466513" cy="6847065"/>
          </a:xfrm>
          <a:prstGeom prst="rect"/>
        </p:spPr>
      </p:pic>
      <p:pic>
        <p:nvPicPr>
          <p:cNvPr id="2097164" name="Imagen 9"/>
          <p:cNvPicPr>
            <a:picLocks noChangeAspect="1"/>
          </p:cNvPicPr>
          <p:nvPr/>
        </p:nvPicPr>
        <p:blipFill>
          <a:blip xmlns:r="http://schemas.openxmlformats.org/officeDocument/2006/relationships" r:embed="rId2"/>
          <a:stretch>
            <a:fillRect/>
          </a:stretch>
        </p:blipFill>
        <p:spPr>
          <a:xfrm>
            <a:off x="3000697" y="1343485"/>
            <a:ext cx="4914271" cy="4171029"/>
          </a:xfrm>
          <a:prstGeom prst="rect"/>
        </p:spPr>
      </p:pic>
      <p:sp>
        <p:nvSpPr>
          <p:cNvPr id="1048607" name="Título 15"/>
          <p:cNvSpPr>
            <a:spLocks noGrp="1"/>
          </p:cNvSpPr>
          <p:nvPr>
            <p:ph type="title"/>
          </p:nvPr>
        </p:nvSpPr>
        <p:spPr>
          <a:xfrm>
            <a:off x="788324" y="365126"/>
            <a:ext cx="8630980" cy="978359"/>
          </a:xfrm>
        </p:spPr>
        <p:txBody>
          <a:bodyPr>
            <a:normAutofit/>
          </a:bodyPr>
          <a:p>
            <a:r>
              <a:rPr dirty="0" sz="4000" lang="es-CO"/>
              <a:t>INTERFAZ PARA LECTURA DE DATOS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pic>
        <p:nvPicPr>
          <p:cNvPr id="2097165" name="Imagen 14"/>
          <p:cNvPicPr>
            <a:picLocks noChangeAspect="1"/>
          </p:cNvPicPr>
          <p:nvPr/>
        </p:nvPicPr>
        <p:blipFill>
          <a:blip xmlns:r="http://schemas.openxmlformats.org/officeDocument/2006/relationships" r:embed="rId1"/>
          <a:stretch>
            <a:fillRect/>
          </a:stretch>
        </p:blipFill>
        <p:spPr>
          <a:xfrm>
            <a:off x="-1" y="10934"/>
            <a:ext cx="11466513" cy="6847065"/>
          </a:xfrm>
          <a:prstGeom prst="rect"/>
        </p:spPr>
      </p:pic>
      <p:sp>
        <p:nvSpPr>
          <p:cNvPr id="1048608" name="Título 15"/>
          <p:cNvSpPr>
            <a:spLocks noGrp="1"/>
          </p:cNvSpPr>
          <p:nvPr>
            <p:ph type="title"/>
          </p:nvPr>
        </p:nvSpPr>
        <p:spPr/>
        <p:txBody>
          <a:bodyPr>
            <a:normAutofit/>
          </a:bodyPr>
          <a:p>
            <a:r>
              <a:rPr dirty="0" sz="4400" lang="es-CO"/>
              <a:t>RESULTADOS Y PRUEBAS</a:t>
            </a:r>
          </a:p>
        </p:txBody>
      </p:sp>
      <p:sp>
        <p:nvSpPr>
          <p:cNvPr id="1048609" name="Marcador de contenido 16"/>
          <p:cNvSpPr>
            <a:spLocks noGrp="1"/>
          </p:cNvSpPr>
          <p:nvPr>
            <p:ph idx="1"/>
          </p:nvPr>
        </p:nvSpPr>
        <p:spPr>
          <a:xfrm>
            <a:off x="788323" y="1690689"/>
            <a:ext cx="5406000" cy="3916483"/>
          </a:xfrm>
        </p:spPr>
        <p:txBody>
          <a:bodyPr>
            <a:normAutofit/>
          </a:bodyPr>
          <a:p>
            <a:pPr algn="just">
              <a:buFont typeface="Wingdings" panose="05000000000000000000" pitchFamily="2" charset="2"/>
              <a:buChar char="Ø"/>
            </a:pPr>
            <a:r>
              <a:rPr b="1" dirty="0" lang="es-ES"/>
              <a:t>Durante las pruebas, la estación mostró lecturas estables y coherentes con las obtenidas por instrumentos de referencia.</a:t>
            </a:r>
            <a:br>
              <a:rPr dirty="0" lang="es-ES"/>
            </a:br>
            <a:endParaRPr dirty="0" lang="es-ES"/>
          </a:p>
          <a:p>
            <a:pPr algn="just">
              <a:buFont typeface="Wingdings" panose="05000000000000000000" pitchFamily="2" charset="2"/>
              <a:buChar char="Ø"/>
            </a:pPr>
            <a:r>
              <a:rPr b="1" dirty="0" lang="es-ES"/>
              <a:t>El margen de error promedio fue de ±2°C en temperatura y ±5% en humedad.</a:t>
            </a:r>
          </a:p>
          <a:p>
            <a:pPr algn="just">
              <a:buFont typeface="Wingdings" panose="05000000000000000000" pitchFamily="2" charset="2"/>
              <a:buChar char="Ø"/>
            </a:pPr>
            <a:endParaRPr dirty="0" lang="es-ES"/>
          </a:p>
          <a:p>
            <a:pPr algn="just">
              <a:buFont typeface="Wingdings" panose="05000000000000000000" pitchFamily="2" charset="2"/>
              <a:buChar char="Ø"/>
            </a:pPr>
            <a:r>
              <a:rPr dirty="0" lang="es-ES"/>
              <a:t> </a:t>
            </a:r>
            <a:r>
              <a:rPr b="1" dirty="0" lang="es-ES"/>
              <a:t>La radiación UV coincidió con los valores esperados según la hora y las condiciones solares del día.</a:t>
            </a:r>
          </a:p>
          <a:p>
            <a:pPr algn="just"/>
            <a:endParaRPr dirty="0" lang="es-ES"/>
          </a:p>
        </p:txBody>
      </p:sp>
      <p:grpSp>
        <p:nvGrpSpPr>
          <p:cNvPr id="35" name="Grupo 1"/>
          <p:cNvGrpSpPr/>
          <p:nvPr/>
        </p:nvGrpSpPr>
        <p:grpSpPr>
          <a:xfrm>
            <a:off x="6599188" y="1392100"/>
            <a:ext cx="3833533" cy="4073800"/>
            <a:chOff x="5634931" y="1690688"/>
            <a:chExt cx="3833533" cy="4073800"/>
          </a:xfrm>
        </p:grpSpPr>
        <p:pic>
          <p:nvPicPr>
            <p:cNvPr id="2097166" name="Imagen 2"/>
            <p:cNvPicPr>
              <a:picLocks noChangeAspect="1"/>
            </p:cNvPicPr>
            <p:nvPr/>
          </p:nvPicPr>
          <p:blipFill>
            <a:blip xmlns:r="http://schemas.openxmlformats.org/officeDocument/2006/relationships" r:embed="rId2" cstate="print"/>
            <a:srcRect/>
            <a:stretch>
              <a:fillRect/>
            </a:stretch>
          </p:blipFill>
          <p:spPr bwMode="auto">
            <a:xfrm>
              <a:off x="5634931" y="1690688"/>
              <a:ext cx="3833533" cy="2155355"/>
            </a:xfrm>
            <a:prstGeom prst="rect"/>
            <a:noFill/>
            <a:ln>
              <a:noFill/>
            </a:ln>
          </p:spPr>
        </p:pic>
        <p:pic>
          <p:nvPicPr>
            <p:cNvPr id="2097167" name="Imagen 3"/>
            <p:cNvPicPr>
              <a:picLocks noChangeAspect="1"/>
            </p:cNvPicPr>
            <p:nvPr/>
          </p:nvPicPr>
          <p:blipFill>
            <a:blip xmlns:r="http://schemas.openxmlformats.org/officeDocument/2006/relationships" r:embed="rId3"/>
            <a:srcRect/>
            <a:stretch>
              <a:fillRect/>
            </a:stretch>
          </p:blipFill>
          <p:spPr bwMode="auto">
            <a:xfrm>
              <a:off x="5634931" y="3866358"/>
              <a:ext cx="3833533" cy="1898130"/>
            </a:xfrm>
            <a:prstGeom prst="rect"/>
            <a:noFill/>
          </p:spPr>
        </p:pic>
      </p:gr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pic>
        <p:nvPicPr>
          <p:cNvPr id="2097168" name="Imagen 14"/>
          <p:cNvPicPr>
            <a:picLocks noChangeAspect="1"/>
          </p:cNvPicPr>
          <p:nvPr/>
        </p:nvPicPr>
        <p:blipFill>
          <a:blip xmlns:r="http://schemas.openxmlformats.org/officeDocument/2006/relationships" r:embed="rId1"/>
          <a:stretch>
            <a:fillRect/>
          </a:stretch>
        </p:blipFill>
        <p:spPr>
          <a:xfrm>
            <a:off x="-1" y="10934"/>
            <a:ext cx="11466513" cy="6847065"/>
          </a:xfrm>
          <a:prstGeom prst="rect"/>
        </p:spPr>
      </p:pic>
      <p:sp>
        <p:nvSpPr>
          <p:cNvPr id="1048610" name="Título 15"/>
          <p:cNvSpPr>
            <a:spLocks noGrp="1"/>
          </p:cNvSpPr>
          <p:nvPr>
            <p:ph type="title"/>
          </p:nvPr>
        </p:nvSpPr>
        <p:spPr/>
        <p:txBody>
          <a:bodyPr>
            <a:normAutofit/>
          </a:bodyPr>
          <a:p>
            <a:r>
              <a:rPr dirty="0" sz="4400" lang="es-CO"/>
              <a:t>RESULTADOS</a:t>
            </a:r>
          </a:p>
        </p:txBody>
      </p:sp>
      <p:pic>
        <p:nvPicPr>
          <p:cNvPr id="2097169" name="Marcador de contenido 1"/>
          <p:cNvPicPr>
            <a:picLocks noChangeAspect="1" noGrp="1"/>
          </p:cNvPicPr>
          <p:nvPr>
            <p:ph idx="1"/>
          </p:nvPr>
        </p:nvPicPr>
        <p:blipFill>
          <a:blip xmlns:r="http://schemas.openxmlformats.org/officeDocument/2006/relationships" r:embed="rId2" cstate="print"/>
          <a:stretch>
            <a:fillRect/>
          </a:stretch>
        </p:blipFill>
        <p:spPr>
          <a:xfrm>
            <a:off x="6084055" y="537386"/>
            <a:ext cx="4760925" cy="2505739"/>
          </a:xfrm>
          <a:prstGeom prst="rect"/>
        </p:spPr>
      </p:pic>
      <p:pic>
        <p:nvPicPr>
          <p:cNvPr id="2097170" name="Imagen 3"/>
          <p:cNvPicPr>
            <a:picLocks noChangeAspect="1"/>
          </p:cNvPicPr>
          <p:nvPr/>
        </p:nvPicPr>
        <p:blipFill>
          <a:blip xmlns:r="http://schemas.openxmlformats.org/officeDocument/2006/relationships" r:embed="rId3" cstate="print"/>
          <a:stretch>
            <a:fillRect/>
          </a:stretch>
        </p:blipFill>
        <p:spPr>
          <a:xfrm>
            <a:off x="6117107" y="3176917"/>
            <a:ext cx="4911704" cy="2584786"/>
          </a:xfrm>
          <a:prstGeom prst="rect"/>
        </p:spPr>
      </p:pic>
      <p:sp>
        <p:nvSpPr>
          <p:cNvPr id="1048611" name="CuadroTexto 4"/>
          <p:cNvSpPr txBox="1"/>
          <p:nvPr/>
        </p:nvSpPr>
        <p:spPr>
          <a:xfrm>
            <a:off x="437702" y="1582340"/>
            <a:ext cx="5208650" cy="3693319"/>
          </a:xfrm>
          <a:prstGeom prst="rect"/>
          <a:noFill/>
        </p:spPr>
        <p:txBody>
          <a:bodyPr wrap="square">
            <a:spAutoFit/>
          </a:bodyPr>
          <a:p>
            <a:r>
              <a:rPr dirty="0" lang="es-ES"/>
              <a:t>El gráfico de color rojo muestra la variación de la </a:t>
            </a:r>
            <a:r>
              <a:rPr b="1" dirty="0" lang="es-ES"/>
              <a:t>temperatura</a:t>
            </a:r>
            <a:r>
              <a:rPr dirty="0" lang="es-ES"/>
              <a:t> a lo largo de 30 días. la serie de datos capturados por el sensor DHT11, y la línea negra indica el </a:t>
            </a:r>
            <a:r>
              <a:rPr b="1" dirty="0" lang="es-ES"/>
              <a:t>promedio general</a:t>
            </a:r>
            <a:r>
              <a:rPr dirty="0" lang="es-ES"/>
              <a:t>, que se mantiene alrededor de </a:t>
            </a:r>
            <a:r>
              <a:rPr b="1" dirty="0" lang="es-ES"/>
              <a:t>28 °C</a:t>
            </a:r>
          </a:p>
          <a:p>
            <a:endParaRPr b="1" dirty="0" lang="es-ES"/>
          </a:p>
          <a:p>
            <a:endParaRPr b="1" dirty="0" lang="es-ES"/>
          </a:p>
          <a:p>
            <a:endParaRPr b="1" dirty="0" lang="es-ES"/>
          </a:p>
          <a:p>
            <a:r>
              <a:rPr dirty="0" lang="es-ES"/>
              <a:t>En el gráfico de color ver observamos el comportamiento del </a:t>
            </a:r>
            <a:r>
              <a:rPr b="1" dirty="0" lang="es-ES"/>
              <a:t>índice de radiación UV</a:t>
            </a:r>
            <a:r>
              <a:rPr dirty="0" lang="es-ES"/>
              <a:t> registrado por el sensor SI1145 durante el mismo periodo. los valores diarios, y la línea negra muestra el </a:t>
            </a:r>
            <a:r>
              <a:rPr b="1" dirty="0" lang="es-ES"/>
              <a:t>promedio</a:t>
            </a:r>
            <a:r>
              <a:rPr dirty="0" lang="es-ES"/>
              <a:t> de la radiación UV, cercano a </a:t>
            </a:r>
            <a:r>
              <a:rPr b="1" dirty="0" lang="es-ES"/>
              <a:t>8 unidades</a:t>
            </a:r>
            <a:r>
              <a:rPr dirty="0" lang="es-ES"/>
              <a:t>.</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pic>
        <p:nvPicPr>
          <p:cNvPr id="2097171" name="Imagen 14"/>
          <p:cNvPicPr>
            <a:picLocks noChangeAspect="1"/>
          </p:cNvPicPr>
          <p:nvPr/>
        </p:nvPicPr>
        <p:blipFill>
          <a:blip xmlns:r="http://schemas.openxmlformats.org/officeDocument/2006/relationships" r:embed="rId1"/>
          <a:stretch>
            <a:fillRect/>
          </a:stretch>
        </p:blipFill>
        <p:spPr>
          <a:xfrm>
            <a:off x="-1" y="10934"/>
            <a:ext cx="11466513" cy="6847065"/>
          </a:xfrm>
          <a:prstGeom prst="rect"/>
        </p:spPr>
      </p:pic>
      <p:sp>
        <p:nvSpPr>
          <p:cNvPr id="1048612" name="Marcador de contenido 16"/>
          <p:cNvSpPr>
            <a:spLocks noGrp="1"/>
          </p:cNvSpPr>
          <p:nvPr>
            <p:ph idx="1"/>
          </p:nvPr>
        </p:nvSpPr>
        <p:spPr>
          <a:xfrm>
            <a:off x="788321" y="1503876"/>
            <a:ext cx="9889867" cy="4351338"/>
          </a:xfrm>
        </p:spPr>
        <p:txBody>
          <a:bodyPr>
            <a:normAutofit lnSpcReduction="10000"/>
          </a:bodyPr>
          <a:p>
            <a:pPr algn="ctr" indent="0" marL="0">
              <a:buNone/>
            </a:pPr>
            <a:r>
              <a:rPr dirty="0" lang="es-ES"/>
              <a:t>Agradecemos a la Universidad Nacional de Colombia y al Ministerio de Ciencia, Tecnología e Innovación el apoyo al proyecto “Diseño de un sistema de calentamiento complementario por inducción magnética-</a:t>
            </a:r>
            <a:r>
              <a:rPr dirty="0" lang="es-ES" err="1"/>
              <a:t>termosolar</a:t>
            </a:r>
            <a:r>
              <a:rPr dirty="0" lang="es-ES"/>
              <a:t>, con uso de </a:t>
            </a:r>
            <a:r>
              <a:rPr dirty="0" lang="es-ES" err="1"/>
              <a:t>nanosuspensiones</a:t>
            </a:r>
            <a:r>
              <a:rPr dirty="0" lang="es-ES"/>
              <a:t> desarrolladas a partir de materiales de procesamiento minero”, declarado financiable en la Convocatoria No. 890 de 2020 para el fortalecimiento de </a:t>
            </a:r>
            <a:r>
              <a:rPr dirty="0" lang="es-ES" err="1"/>
              <a:t>CTeI</a:t>
            </a:r>
            <a:r>
              <a:rPr dirty="0" lang="es-ES"/>
              <a:t> en IES públicas. Su desarrollo se viabilizó mediante el Convenio Específico celebrado entre la Facultad de Minas de la Universidad Nacional de Colombia, sede Medellín, la Universidad Tecnológica del Chocó “Diego Luis Córdoba” y la Institución Universitaria Pascual Bravo, y se ejecutó en el marco del Contrato 2022-766 suscrito con el Ministerio de Ciencia, Tecnología e Innovación, a través del cual se cofinanció la presente iniciativa.</a:t>
            </a:r>
          </a:p>
        </p:txBody>
      </p:sp>
      <p:sp>
        <p:nvSpPr>
          <p:cNvPr id="1048613" name="Título 15"/>
          <p:cNvSpPr>
            <a:spLocks noGrp="1"/>
          </p:cNvSpPr>
          <p:nvPr>
            <p:ph type="title"/>
          </p:nvPr>
        </p:nvSpPr>
        <p:spPr>
          <a:xfrm>
            <a:off x="788323" y="365126"/>
            <a:ext cx="9889867" cy="1325563"/>
          </a:xfrm>
        </p:spPr>
        <p:txBody>
          <a:bodyPr>
            <a:normAutofit/>
          </a:bodyPr>
          <a:p>
            <a:pPr algn="ctr"/>
            <a:r>
              <a:rPr dirty="0" sz="4400" lang="es-CO"/>
              <a:t>AGRADECIMIENTOS</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med" p14:dur="700">
        <p:fade/>
      </p:transition>
    </mc:Choice>
    <mc:Fallback>
      <p:transition spd="slow">
        <p:fade/>
      </p:transition>
    </mc:Fallback>
  </mc:AlternateContent>
</p:sld>
</file>

<file path=ppt/theme/theme1.xml><?xml version="1.0" encoding="utf-8"?>
<a:theme xmlns:a="http://schemas.openxmlformats.org/drawingml/2006/main" name="Tema de Office">
  <a:themeElements>
    <a:clrScheme name="Tema de 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carlos mario velasquez pineda</dc:creator>
  <cp:lastModifiedBy>yeferson yesid rodriges borja</cp:lastModifiedBy>
  <dcterms:created xsi:type="dcterms:W3CDTF">2025-10-25T04:45:52Z</dcterms:created>
  <dcterms:modified xsi:type="dcterms:W3CDTF">2025-10-30T18:01:55Z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1bb2ddecf62b4b1cb6add742b5422acb</vt:lpwstr>
  </property>
</Properties>
</file>
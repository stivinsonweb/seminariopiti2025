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60" r:id="rId5"/>
  </p:sldIdLst>
  <p:sldSz cx="114665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3314" y="1122363"/>
            <a:ext cx="8599885" cy="2387600"/>
          </a:xfrm>
        </p:spPr>
        <p:txBody>
          <a:bodyPr anchor="b"/>
          <a:lstStyle>
            <a:lvl1pPr algn="ctr">
              <a:defRPr sz="564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3314" y="3602038"/>
            <a:ext cx="8599885" cy="1655762"/>
          </a:xfrm>
        </p:spPr>
        <p:txBody>
          <a:bodyPr/>
          <a:lstStyle>
            <a:lvl1pPr marL="0" indent="0" algn="ctr">
              <a:buNone/>
              <a:defRPr sz="2257"/>
            </a:lvl1pPr>
            <a:lvl2pPr marL="429997" indent="0" algn="ctr">
              <a:buNone/>
              <a:defRPr sz="1881"/>
            </a:lvl2pPr>
            <a:lvl3pPr marL="859993" indent="0" algn="ctr">
              <a:buNone/>
              <a:defRPr sz="1693"/>
            </a:lvl3pPr>
            <a:lvl4pPr marL="1289990" indent="0" algn="ctr">
              <a:buNone/>
              <a:defRPr sz="1505"/>
            </a:lvl4pPr>
            <a:lvl5pPr marL="1719986" indent="0" algn="ctr">
              <a:buNone/>
              <a:defRPr sz="1505"/>
            </a:lvl5pPr>
            <a:lvl6pPr marL="2149983" indent="0" algn="ctr">
              <a:buNone/>
              <a:defRPr sz="1505"/>
            </a:lvl6pPr>
            <a:lvl7pPr marL="2579980" indent="0" algn="ctr">
              <a:buNone/>
              <a:defRPr sz="1505"/>
            </a:lvl7pPr>
            <a:lvl8pPr marL="3009976" indent="0" algn="ctr">
              <a:buNone/>
              <a:defRPr sz="1505"/>
            </a:lvl8pPr>
            <a:lvl9pPr marL="3439973" indent="0" algn="ctr">
              <a:buNone/>
              <a:defRPr sz="150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432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190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351" y="1709739"/>
            <a:ext cx="9889867" cy="2852737"/>
          </a:xfrm>
        </p:spPr>
        <p:txBody>
          <a:bodyPr anchor="b"/>
          <a:lstStyle>
            <a:lvl1pPr>
              <a:defRPr sz="564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351" y="4589464"/>
            <a:ext cx="9889867" cy="1500187"/>
          </a:xfrm>
        </p:spPr>
        <p:txBody>
          <a:bodyPr/>
          <a:lstStyle>
            <a:lvl1pPr marL="0" indent="0">
              <a:buNone/>
              <a:defRPr sz="2257">
                <a:solidFill>
                  <a:schemeClr val="tx1">
                    <a:tint val="75000"/>
                  </a:schemeClr>
                </a:solidFill>
              </a:defRPr>
            </a:lvl1pPr>
            <a:lvl2pPr marL="429997" indent="0">
              <a:buNone/>
              <a:defRPr sz="1881">
                <a:solidFill>
                  <a:schemeClr val="tx1">
                    <a:tint val="75000"/>
                  </a:schemeClr>
                </a:solidFill>
              </a:defRPr>
            </a:lvl2pPr>
            <a:lvl3pPr marL="85999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3pPr>
            <a:lvl4pPr marL="1289990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4pPr>
            <a:lvl5pPr marL="1719986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5pPr>
            <a:lvl6pPr marL="2149983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6pPr>
            <a:lvl7pPr marL="2579980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7pPr>
            <a:lvl8pPr marL="3009976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8pPr>
            <a:lvl9pPr marL="3439973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4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8323" y="1825625"/>
            <a:ext cx="4873268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4922" y="1825625"/>
            <a:ext cx="4873268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045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17" y="365126"/>
            <a:ext cx="9889867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9817" y="1681163"/>
            <a:ext cx="4850872" cy="823912"/>
          </a:xfrm>
        </p:spPr>
        <p:txBody>
          <a:bodyPr anchor="b"/>
          <a:lstStyle>
            <a:lvl1pPr marL="0" indent="0">
              <a:buNone/>
              <a:defRPr sz="2257" b="1"/>
            </a:lvl1pPr>
            <a:lvl2pPr marL="429997" indent="0">
              <a:buNone/>
              <a:defRPr sz="1881" b="1"/>
            </a:lvl2pPr>
            <a:lvl3pPr marL="859993" indent="0">
              <a:buNone/>
              <a:defRPr sz="1693" b="1"/>
            </a:lvl3pPr>
            <a:lvl4pPr marL="1289990" indent="0">
              <a:buNone/>
              <a:defRPr sz="1505" b="1"/>
            </a:lvl4pPr>
            <a:lvl5pPr marL="1719986" indent="0">
              <a:buNone/>
              <a:defRPr sz="1505" b="1"/>
            </a:lvl5pPr>
            <a:lvl6pPr marL="2149983" indent="0">
              <a:buNone/>
              <a:defRPr sz="1505" b="1"/>
            </a:lvl6pPr>
            <a:lvl7pPr marL="2579980" indent="0">
              <a:buNone/>
              <a:defRPr sz="1505" b="1"/>
            </a:lvl7pPr>
            <a:lvl8pPr marL="3009976" indent="0">
              <a:buNone/>
              <a:defRPr sz="1505" b="1"/>
            </a:lvl8pPr>
            <a:lvl9pPr marL="3439973" indent="0">
              <a:buNone/>
              <a:defRPr sz="150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9817" y="2505075"/>
            <a:ext cx="485087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4922" y="1681163"/>
            <a:ext cx="4874762" cy="823912"/>
          </a:xfrm>
        </p:spPr>
        <p:txBody>
          <a:bodyPr anchor="b"/>
          <a:lstStyle>
            <a:lvl1pPr marL="0" indent="0">
              <a:buNone/>
              <a:defRPr sz="2257" b="1"/>
            </a:lvl1pPr>
            <a:lvl2pPr marL="429997" indent="0">
              <a:buNone/>
              <a:defRPr sz="1881" b="1"/>
            </a:lvl2pPr>
            <a:lvl3pPr marL="859993" indent="0">
              <a:buNone/>
              <a:defRPr sz="1693" b="1"/>
            </a:lvl3pPr>
            <a:lvl4pPr marL="1289990" indent="0">
              <a:buNone/>
              <a:defRPr sz="1505" b="1"/>
            </a:lvl4pPr>
            <a:lvl5pPr marL="1719986" indent="0">
              <a:buNone/>
              <a:defRPr sz="1505" b="1"/>
            </a:lvl5pPr>
            <a:lvl6pPr marL="2149983" indent="0">
              <a:buNone/>
              <a:defRPr sz="1505" b="1"/>
            </a:lvl6pPr>
            <a:lvl7pPr marL="2579980" indent="0">
              <a:buNone/>
              <a:defRPr sz="1505" b="1"/>
            </a:lvl7pPr>
            <a:lvl8pPr marL="3009976" indent="0">
              <a:buNone/>
              <a:defRPr sz="1505" b="1"/>
            </a:lvl8pPr>
            <a:lvl9pPr marL="3439973" indent="0">
              <a:buNone/>
              <a:defRPr sz="150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4922" y="2505075"/>
            <a:ext cx="487476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985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838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650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17" y="457200"/>
            <a:ext cx="3698249" cy="1600200"/>
          </a:xfrm>
        </p:spPr>
        <p:txBody>
          <a:bodyPr anchor="b"/>
          <a:lstStyle>
            <a:lvl1pPr>
              <a:defRPr sz="30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4762" y="987426"/>
            <a:ext cx="5804922" cy="4873625"/>
          </a:xfrm>
        </p:spPr>
        <p:txBody>
          <a:bodyPr/>
          <a:lstStyle>
            <a:lvl1pPr>
              <a:defRPr sz="3010"/>
            </a:lvl1pPr>
            <a:lvl2pPr>
              <a:defRPr sz="2633"/>
            </a:lvl2pPr>
            <a:lvl3pPr>
              <a:defRPr sz="2257"/>
            </a:lvl3pPr>
            <a:lvl4pPr>
              <a:defRPr sz="1881"/>
            </a:lvl4pPr>
            <a:lvl5pPr>
              <a:defRPr sz="1881"/>
            </a:lvl5pPr>
            <a:lvl6pPr>
              <a:defRPr sz="1881"/>
            </a:lvl6pPr>
            <a:lvl7pPr>
              <a:defRPr sz="1881"/>
            </a:lvl7pPr>
            <a:lvl8pPr>
              <a:defRPr sz="1881"/>
            </a:lvl8pPr>
            <a:lvl9pPr>
              <a:defRPr sz="18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9817" y="2057400"/>
            <a:ext cx="3698249" cy="3811588"/>
          </a:xfrm>
        </p:spPr>
        <p:txBody>
          <a:bodyPr/>
          <a:lstStyle>
            <a:lvl1pPr marL="0" indent="0">
              <a:buNone/>
              <a:defRPr sz="1505"/>
            </a:lvl1pPr>
            <a:lvl2pPr marL="429997" indent="0">
              <a:buNone/>
              <a:defRPr sz="1317"/>
            </a:lvl2pPr>
            <a:lvl3pPr marL="859993" indent="0">
              <a:buNone/>
              <a:defRPr sz="1129"/>
            </a:lvl3pPr>
            <a:lvl4pPr marL="1289990" indent="0">
              <a:buNone/>
              <a:defRPr sz="940"/>
            </a:lvl4pPr>
            <a:lvl5pPr marL="1719986" indent="0">
              <a:buNone/>
              <a:defRPr sz="940"/>
            </a:lvl5pPr>
            <a:lvl6pPr marL="2149983" indent="0">
              <a:buNone/>
              <a:defRPr sz="940"/>
            </a:lvl6pPr>
            <a:lvl7pPr marL="2579980" indent="0">
              <a:buNone/>
              <a:defRPr sz="940"/>
            </a:lvl7pPr>
            <a:lvl8pPr marL="3009976" indent="0">
              <a:buNone/>
              <a:defRPr sz="940"/>
            </a:lvl8pPr>
            <a:lvl9pPr marL="3439973" indent="0">
              <a:buNone/>
              <a:defRPr sz="9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463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17" y="457200"/>
            <a:ext cx="3698249" cy="1600200"/>
          </a:xfrm>
        </p:spPr>
        <p:txBody>
          <a:bodyPr anchor="b"/>
          <a:lstStyle>
            <a:lvl1pPr>
              <a:defRPr sz="30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4762" y="987426"/>
            <a:ext cx="5804922" cy="4873625"/>
          </a:xfrm>
        </p:spPr>
        <p:txBody>
          <a:bodyPr anchor="t"/>
          <a:lstStyle>
            <a:lvl1pPr marL="0" indent="0">
              <a:buNone/>
              <a:defRPr sz="3010"/>
            </a:lvl1pPr>
            <a:lvl2pPr marL="429997" indent="0">
              <a:buNone/>
              <a:defRPr sz="2633"/>
            </a:lvl2pPr>
            <a:lvl3pPr marL="859993" indent="0">
              <a:buNone/>
              <a:defRPr sz="2257"/>
            </a:lvl3pPr>
            <a:lvl4pPr marL="1289990" indent="0">
              <a:buNone/>
              <a:defRPr sz="1881"/>
            </a:lvl4pPr>
            <a:lvl5pPr marL="1719986" indent="0">
              <a:buNone/>
              <a:defRPr sz="1881"/>
            </a:lvl5pPr>
            <a:lvl6pPr marL="2149983" indent="0">
              <a:buNone/>
              <a:defRPr sz="1881"/>
            </a:lvl6pPr>
            <a:lvl7pPr marL="2579980" indent="0">
              <a:buNone/>
              <a:defRPr sz="1881"/>
            </a:lvl7pPr>
            <a:lvl8pPr marL="3009976" indent="0">
              <a:buNone/>
              <a:defRPr sz="1881"/>
            </a:lvl8pPr>
            <a:lvl9pPr marL="3439973" indent="0">
              <a:buNone/>
              <a:defRPr sz="1881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9817" y="2057400"/>
            <a:ext cx="3698249" cy="3811588"/>
          </a:xfrm>
        </p:spPr>
        <p:txBody>
          <a:bodyPr/>
          <a:lstStyle>
            <a:lvl1pPr marL="0" indent="0">
              <a:buNone/>
              <a:defRPr sz="1505"/>
            </a:lvl1pPr>
            <a:lvl2pPr marL="429997" indent="0">
              <a:buNone/>
              <a:defRPr sz="1317"/>
            </a:lvl2pPr>
            <a:lvl3pPr marL="859993" indent="0">
              <a:buNone/>
              <a:defRPr sz="1129"/>
            </a:lvl3pPr>
            <a:lvl4pPr marL="1289990" indent="0">
              <a:buNone/>
              <a:defRPr sz="940"/>
            </a:lvl4pPr>
            <a:lvl5pPr marL="1719986" indent="0">
              <a:buNone/>
              <a:defRPr sz="940"/>
            </a:lvl5pPr>
            <a:lvl6pPr marL="2149983" indent="0">
              <a:buNone/>
              <a:defRPr sz="940"/>
            </a:lvl6pPr>
            <a:lvl7pPr marL="2579980" indent="0">
              <a:buNone/>
              <a:defRPr sz="940"/>
            </a:lvl7pPr>
            <a:lvl8pPr marL="3009976" indent="0">
              <a:buNone/>
              <a:defRPr sz="940"/>
            </a:lvl8pPr>
            <a:lvl9pPr marL="3439973" indent="0">
              <a:buNone/>
              <a:defRPr sz="9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941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499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5723" y="365125"/>
            <a:ext cx="2472467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8323" y="365125"/>
            <a:ext cx="7274069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42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8323" y="365126"/>
            <a:ext cx="9889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323" y="1825625"/>
            <a:ext cx="98898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8323" y="6356351"/>
            <a:ext cx="25799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CD499-ABA9-4152-BE4C-9EA52FE70224}" type="datetimeFigureOut">
              <a:rPr lang="es-CO" smtClean="0"/>
              <a:t>30/10/2025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98283" y="6356351"/>
            <a:ext cx="3869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98225" y="6356351"/>
            <a:ext cx="25799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758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859993" rtl="0" eaLnBrk="1" latinLnBrk="0" hangingPunct="1">
        <a:lnSpc>
          <a:spcPct val="90000"/>
        </a:lnSpc>
        <a:spcBef>
          <a:spcPct val="0"/>
        </a:spcBef>
        <a:buNone/>
        <a:defRPr sz="41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998" indent="-214998" algn="l" defTabSz="859993" rtl="0" eaLnBrk="1" latinLnBrk="0" hangingPunct="1">
        <a:lnSpc>
          <a:spcPct val="90000"/>
        </a:lnSpc>
        <a:spcBef>
          <a:spcPts val="940"/>
        </a:spcBef>
        <a:buFont typeface="Arial" panose="020B0604020202020204" pitchFamily="34" charset="0"/>
        <a:buChar char="•"/>
        <a:defRPr sz="2633" kern="1200">
          <a:solidFill>
            <a:schemeClr val="tx1"/>
          </a:solidFill>
          <a:latin typeface="+mn-lt"/>
          <a:ea typeface="+mn-ea"/>
          <a:cs typeface="+mn-cs"/>
        </a:defRPr>
      </a:lvl1pPr>
      <a:lvl2pPr marL="644995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7" kern="1200">
          <a:solidFill>
            <a:schemeClr val="tx1"/>
          </a:solidFill>
          <a:latin typeface="+mn-lt"/>
          <a:ea typeface="+mn-ea"/>
          <a:cs typeface="+mn-cs"/>
        </a:defRPr>
      </a:lvl2pPr>
      <a:lvl3pPr marL="1074992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81" kern="1200">
          <a:solidFill>
            <a:schemeClr val="tx1"/>
          </a:solidFill>
          <a:latin typeface="+mn-lt"/>
          <a:ea typeface="+mn-ea"/>
          <a:cs typeface="+mn-cs"/>
        </a:defRPr>
      </a:lvl3pPr>
      <a:lvl4pPr marL="1504988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934985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5pPr>
      <a:lvl6pPr marL="2364981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794978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224975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654971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1pPr>
      <a:lvl2pPr marL="429997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2pPr>
      <a:lvl3pPr marL="859993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3pPr>
      <a:lvl4pPr marL="1289990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719986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5pPr>
      <a:lvl6pPr marL="2149983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579980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009976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439973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3F3629-79D8-C13B-F03A-5EDD99989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"/>
          <a:stretch>
            <a:fillRect/>
          </a:stretch>
        </p:blipFill>
        <p:spPr>
          <a:xfrm>
            <a:off x="1895" y="0"/>
            <a:ext cx="11464618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35821C-5BBE-7444-181B-43EE22A93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3313" y="1731963"/>
            <a:ext cx="8599885" cy="2387600"/>
          </a:xfrm>
        </p:spPr>
        <p:txBody>
          <a:bodyPr>
            <a:noAutofit/>
          </a:bodyPr>
          <a:lstStyle/>
          <a:p>
            <a:r>
              <a:rPr lang="es-CO" sz="3600" dirty="0" err="1"/>
              <a:t>Santech</a:t>
            </a:r>
            <a:r>
              <a:rPr lang="es-CO" sz="3600" dirty="0"/>
              <a:t>: Tecnología que Conecta Personas, Servicios y Soluciones</a:t>
            </a:r>
            <a:br>
              <a:rPr lang="es-CO" sz="3600" dirty="0"/>
            </a:br>
            <a:endParaRPr lang="es-CO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A54685-9274-B0A7-D968-9A2626E23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3312" y="4195764"/>
            <a:ext cx="8599885" cy="1655762"/>
          </a:xfrm>
        </p:spPr>
        <p:txBody>
          <a:bodyPr/>
          <a:lstStyle/>
          <a:p>
            <a:r>
              <a:rPr lang="es-ES" dirty="0" smtClean="0"/>
              <a:t>Por: HECTOR DAVID SA</a:t>
            </a:r>
          </a:p>
          <a:p>
            <a:r>
              <a:rPr lang="es-ES" dirty="0" smtClean="0"/>
              <a:t>NTOS MARIAGA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389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66513" cy="6847065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373207" y="889199"/>
            <a:ext cx="6498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Solución: (qué es?):</a:t>
            </a:r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Plataforma intuitiva que permite solicitar servicios desde el móvil —con modalidad remota o a domicilio— respaldada por IA, geolocalización y sistema de evaluación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0055543-F715-E15D-EA48-E03E31FB76DD}"/>
              </a:ext>
            </a:extLst>
          </p:cNvPr>
          <p:cNvSpPr txBox="1"/>
          <p:nvPr/>
        </p:nvSpPr>
        <p:spPr>
          <a:xfrm>
            <a:off x="373207" y="2234138"/>
            <a:ext cx="571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</a:t>
            </a:r>
            <a:r>
              <a:rPr lang="es-CO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Central:</a:t>
            </a:r>
            <a:r>
              <a:rPr lang="es-CO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  <a:r>
              <a:rPr lang="es-CO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desempleo juvenil en </a:t>
            </a:r>
            <a:r>
              <a:rPr lang="es-CO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Quibdó. Dificultad </a:t>
            </a:r>
            <a:r>
              <a:rPr lang="es-CO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acceder a servicios confiables y especializados.</a:t>
            </a:r>
            <a:endParaRPr lang="es-CO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20A17D3-C1B7-B0DA-A1D6-4D3D46C57D5D}"/>
              </a:ext>
            </a:extLst>
          </p:cNvPr>
          <p:cNvSpPr txBox="1"/>
          <p:nvPr/>
        </p:nvSpPr>
        <p:spPr>
          <a:xfrm>
            <a:off x="373207" y="3297409"/>
            <a:ext cx="7669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 </a:t>
            </a:r>
            <a:r>
              <a:rPr lang="es-CO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CTeI</a:t>
            </a:r>
            <a:r>
              <a:rPr lang="es-CO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está en cómo usamos la </a:t>
            </a:r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tecnología digital y la inteligencia artificial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 para resolver un problema social. Nuestra plataforma integra</a:t>
            </a:r>
            <a:endParaRPr lang="es-CO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625F97-DFEE-70A3-FD48-930C0DBA9086}"/>
              </a:ext>
            </a:extLst>
          </p:cNvPr>
          <p:cNvSpPr txBox="1"/>
          <p:nvPr/>
        </p:nvSpPr>
        <p:spPr>
          <a:xfrm>
            <a:off x="373206" y="4497738"/>
            <a:ext cx="7669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 esperado en el territorio</a:t>
            </a:r>
            <a:r>
              <a:rPr lang="es-CO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reducir el desempleo juvenil en Quibdó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, generar ingresos dignos, y demostrar que la ciencia y la tecnología pueden ser motores de </a:t>
            </a: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paz.</a:t>
            </a:r>
            <a:endParaRPr lang="es-CO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98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66513" cy="6847065"/>
          </a:xfrm>
          <a:prstGeom prst="rect">
            <a:avLst/>
          </a:prstGeom>
        </p:spPr>
      </p:pic>
      <p:pic>
        <p:nvPicPr>
          <p:cNvPr id="9" name="Marcador de contenido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8348" y="814243"/>
            <a:ext cx="98473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51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66513" cy="6847065"/>
          </a:xfrm>
          <a:prstGeom prst="rect">
            <a:avLst/>
          </a:prstGeom>
        </p:spPr>
      </p:pic>
      <p:pic>
        <p:nvPicPr>
          <p:cNvPr id="5" name="Marcador de contenido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7254" y="762001"/>
            <a:ext cx="10638471" cy="473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22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119</Words>
  <Application>Microsoft Office PowerPoint</Application>
  <PresentationFormat>Personalizado</PresentationFormat>
  <Paragraphs>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Santech: Tecnología que Conecta Personas, Servicios y Soluciones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Santech: Tecnología que Conecta Personas, Servicios y Soluciones </dc:title>
  <dc:creator>carlos mario velasquez pineda</dc:creator>
  <cp:lastModifiedBy>PERSONAL</cp:lastModifiedBy>
  <cp:revision>3</cp:revision>
  <dcterms:created xsi:type="dcterms:W3CDTF">2025-10-24T18:45:52Z</dcterms:created>
  <dcterms:modified xsi:type="dcterms:W3CDTF">2025-10-30T10:00:11Z</dcterms:modified>
</cp:coreProperties>
</file>